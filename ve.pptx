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67.xml" ContentType="application/vnd.openxmlformats-officedocument.presentationml.tags+xml"/>
  <Override PartName="/ppt/notesSlides/notesSlide2.xml" ContentType="application/vnd.openxmlformats-officedocument.presentationml.notesSlide+xml"/>
  <Override PartName="/ppt/tags/tag68.xml" ContentType="application/vnd.openxmlformats-officedocument.presentationml.tags+xml"/>
  <Override PartName="/ppt/notesSlides/notesSlide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4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5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6.xml" ContentType="application/vnd.openxmlformats-officedocument.presentationml.notesSlide+xml"/>
  <Override PartName="/ppt/tags/tag155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21" r:id="rId2"/>
    <p:sldId id="322" r:id="rId3"/>
    <p:sldId id="257" r:id="rId4"/>
    <p:sldId id="285" r:id="rId5"/>
    <p:sldId id="287" r:id="rId6"/>
    <p:sldId id="286" r:id="rId7"/>
    <p:sldId id="291" r:id="rId8"/>
    <p:sldId id="292" r:id="rId9"/>
    <p:sldId id="311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09" r:id="rId19"/>
    <p:sldId id="310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874CB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87544" autoAdjust="0"/>
  </p:normalViewPr>
  <p:slideViewPr>
    <p:cSldViewPr snapToGrid="0" showGuides="1">
      <p:cViewPr varScale="1">
        <p:scale>
          <a:sx n="68" d="100"/>
          <a:sy n="68" d="100"/>
        </p:scale>
        <p:origin x="664" y="48"/>
      </p:cViewPr>
      <p:guideLst>
        <p:guide orient="horz" pos="2217"/>
        <p:guide pos="38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i\Desktop\&#23433;&#24509;&#36127;&#33655;&#25968;&#25454;&#20998;&#26512;-&#38656;&#35201;&#23545;&#24212;&#26376;&#20221;&#31896;&#36148;&#25968;&#2545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b="0"/>
              <a:t>浙江省新老政策峰谷价差对比图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'[安徽负荷数据分析-需要对应月份粘贴数据.xlsx]Sheet1'!$F$9</c:f>
              <c:strCache>
                <c:ptCount val="1"/>
                <c:pt idx="0">
                  <c:v>新政策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'[安徽负荷数据分析-需要对应月份粘贴数据.xlsx]Sheet1'!$G$8:$I$8</c:f>
              <c:strCache>
                <c:ptCount val="3"/>
                <c:pt idx="0">
                  <c:v>尖峰</c:v>
                </c:pt>
                <c:pt idx="1">
                  <c:v>谷</c:v>
                </c:pt>
                <c:pt idx="2">
                  <c:v>价差</c:v>
                </c:pt>
              </c:strCache>
            </c:strRef>
          </c:cat>
          <c:val>
            <c:numRef>
              <c:f>'[安徽负荷数据分析-需要对应月份粘贴数据.xlsx]Sheet1'!$G$9:$I$9</c:f>
              <c:numCache>
                <c:formatCode>General</c:formatCode>
                <c:ptCount val="3"/>
                <c:pt idx="0">
                  <c:v>1.132687</c:v>
                </c:pt>
                <c:pt idx="1">
                  <c:v>0.34595999999999999</c:v>
                </c:pt>
                <c:pt idx="2">
                  <c:v>0.78672699999999995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D3-46FB-B848-DC113FA45826}"/>
            </c:ext>
          </c:extLst>
        </c:ser>
        <c:ser>
          <c:idx val="1"/>
          <c:order val="1"/>
          <c:tx>
            <c:strRef>
              <c:f>'[安徽负荷数据分析-需要对应月份粘贴数据.xlsx]Sheet1'!$F$10</c:f>
              <c:strCache>
                <c:ptCount val="1"/>
                <c:pt idx="0">
                  <c:v>老政策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'[安徽负荷数据分析-需要对应月份粘贴数据.xlsx]Sheet1'!$G$8:$I$8</c:f>
              <c:strCache>
                <c:ptCount val="3"/>
                <c:pt idx="0">
                  <c:v>尖峰</c:v>
                </c:pt>
                <c:pt idx="1">
                  <c:v>谷</c:v>
                </c:pt>
                <c:pt idx="2">
                  <c:v>价差</c:v>
                </c:pt>
              </c:strCache>
            </c:strRef>
          </c:cat>
          <c:val>
            <c:numRef>
              <c:f>'[安徽负荷数据分析-需要对应月份粘贴数据.xlsx]Sheet1'!$G$10:$I$10</c:f>
              <c:numCache>
                <c:formatCode>General</c:formatCode>
                <c:ptCount val="3"/>
                <c:pt idx="0">
                  <c:v>1.2394000000000001</c:v>
                </c:pt>
                <c:pt idx="1">
                  <c:v>0.2379</c:v>
                </c:pt>
                <c:pt idx="2">
                  <c:v>1.0015000000000001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D3-46FB-B848-DC113FA458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86340226"/>
        <c:axId val="477549625"/>
      </c:barChart>
      <c:catAx>
        <c:axId val="58634022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7549625"/>
        <c:crosses val="autoZero"/>
        <c:auto val="1"/>
        <c:lblAlgn val="ctr"/>
        <c:lblOffset val="100"/>
        <c:noMultiLvlLbl val="0"/>
      </c:catAx>
      <c:valAx>
        <c:axId val="47754962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634022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cf5f66f-a6f7-470e-ab7c-c8c6af1dd071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电价市场化收益低，通过虚拟电厂完成交易、响应和辅助服务协同增加收益。工商储价差降低，循环次数降低，通过虚拟电厂增收。可调负荷聚合响应增收。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108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分布式电源、储能、可调负荷、充电桩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收益分成按比例，上述案例仅作参考，不同地区，不同项目，收益不同。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折算综合等效补偿单价：0.208 元 /kWh，现有市场实际平均值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2.png"/><Relationship Id="rId11" Type="http://schemas.openxmlformats.org/officeDocument/2006/relationships/chart" Target="../charts/chart1.xml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5" Type="http://schemas.openxmlformats.org/officeDocument/2006/relationships/tags" Target="../tags/tag93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tags" Target="../tags/tag88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24" Type="http://schemas.openxmlformats.org/officeDocument/2006/relationships/tags" Target="../tags/tag92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23" Type="http://schemas.openxmlformats.org/officeDocument/2006/relationships/tags" Target="../tags/tag91.xml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Relationship Id="rId22" Type="http://schemas.openxmlformats.org/officeDocument/2006/relationships/tags" Target="../tags/tag90.xml"/><Relationship Id="rId27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41.xml"/><Relationship Id="rId18" Type="http://schemas.openxmlformats.org/officeDocument/2006/relationships/tags" Target="../tags/tag146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131.xml"/><Relationship Id="rId21" Type="http://schemas.openxmlformats.org/officeDocument/2006/relationships/tags" Target="../tags/tag149.xml"/><Relationship Id="rId34" Type="http://schemas.openxmlformats.org/officeDocument/2006/relationships/image" Target="../media/image39.svg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5" Type="http://schemas.openxmlformats.org/officeDocument/2006/relationships/tags" Target="../tags/tag153.xml"/><Relationship Id="rId33" Type="http://schemas.openxmlformats.org/officeDocument/2006/relationships/image" Target="../media/image38.png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20" Type="http://schemas.openxmlformats.org/officeDocument/2006/relationships/tags" Target="../tags/tag148.xml"/><Relationship Id="rId29" Type="http://schemas.openxmlformats.org/officeDocument/2006/relationships/image" Target="../media/image34.png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24" Type="http://schemas.openxmlformats.org/officeDocument/2006/relationships/tags" Target="../tags/tag152.xml"/><Relationship Id="rId32" Type="http://schemas.openxmlformats.org/officeDocument/2006/relationships/image" Target="../media/image37.svg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23" Type="http://schemas.openxmlformats.org/officeDocument/2006/relationships/tags" Target="../tags/tag151.xml"/><Relationship Id="rId28" Type="http://schemas.openxmlformats.org/officeDocument/2006/relationships/image" Target="../media/image33.svg"/><Relationship Id="rId10" Type="http://schemas.openxmlformats.org/officeDocument/2006/relationships/tags" Target="../tags/tag138.xml"/><Relationship Id="rId19" Type="http://schemas.openxmlformats.org/officeDocument/2006/relationships/tags" Target="../tags/tag147.xml"/><Relationship Id="rId31" Type="http://schemas.openxmlformats.org/officeDocument/2006/relationships/image" Target="../media/image36.png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Relationship Id="rId22" Type="http://schemas.openxmlformats.org/officeDocument/2006/relationships/tags" Target="../tags/tag150.xml"/><Relationship Id="rId27" Type="http://schemas.openxmlformats.org/officeDocument/2006/relationships/image" Target="../media/image32.png"/><Relationship Id="rId30" Type="http://schemas.openxmlformats.org/officeDocument/2006/relationships/image" Target="../media/image35.svg"/><Relationship Id="rId8" Type="http://schemas.openxmlformats.org/officeDocument/2006/relationships/tags" Target="../tags/tag13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61460" y="2967335"/>
            <a:ext cx="40690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3200" b="1" dirty="0">
                <a:solidFill>
                  <a:srgbClr val="1F2937"/>
                </a:solidFill>
                <a:latin typeface="PingFang SC" panose="020B0400000000000000" charset="-122"/>
                <a:ea typeface="PingFang SC" panose="020B0400000000000000" charset="-122"/>
              </a:rPr>
              <a:t>一、</a:t>
            </a:r>
            <a:r>
              <a:rPr lang="zh-CN" sz="3200" b="1" dirty="0">
                <a:solidFill>
                  <a:srgbClr val="1F2937"/>
                </a:solidFill>
                <a:latin typeface="PingFang SC" panose="020B0400000000000000" charset="-122"/>
                <a:ea typeface="PingFang SC" panose="020B0400000000000000" charset="-122"/>
              </a:rPr>
              <a:t>虚拟电厂</a:t>
            </a:r>
            <a:r>
              <a:rPr lang="zh-CN" altLang="en-US" sz="3200" b="1" dirty="0">
                <a:solidFill>
                  <a:srgbClr val="1F2937"/>
                </a:solidFill>
                <a:latin typeface="PingFang SC" panose="020B0400000000000000" charset="-122"/>
                <a:ea typeface="PingFang SC" panose="020B0400000000000000" charset="-122"/>
              </a:rPr>
              <a:t>概述</a:t>
            </a:r>
            <a:endParaRPr lang="zh-CN" sz="3200" b="1" dirty="0">
              <a:solidFill>
                <a:srgbClr val="1F293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71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679" y="421550"/>
            <a:ext cx="11466830" cy="1477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294005" y="63500"/>
            <a:ext cx="5184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一、虚拟电厂的现状与痛点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3520" y="562610"/>
            <a:ext cx="5273675" cy="17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分布式电源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136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号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文件所述分布式电源，强制光伏全电量进入电力市场上网电价全部市场化。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基于山东市场中长期交易价格和现货价格的对比，中长期交易和被动现货交易电价差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0.1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元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/kWh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图形 17"/>
          <p:cNvSpPr/>
          <p:nvPr>
            <p:custDataLst>
              <p:tags r:id="rId2"/>
            </p:custDataLst>
          </p:nvPr>
        </p:nvSpPr>
        <p:spPr>
          <a:xfrm>
            <a:off x="7097992" y="2036398"/>
            <a:ext cx="1551555" cy="1385989"/>
          </a:xfrm>
          <a:custGeom>
            <a:avLst/>
            <a:gdLst>
              <a:gd name="connsiteX0" fmla="*/ 1029010 w 1471843"/>
              <a:gd name="connsiteY0" fmla="*/ -1130 h 1314537"/>
              <a:gd name="connsiteX1" fmla="*/ 1157886 w 1471843"/>
              <a:gd name="connsiteY1" fmla="*/ 73276 h 1314537"/>
              <a:gd name="connsiteX2" fmla="*/ 1451441 w 1471843"/>
              <a:gd name="connsiteY2" fmla="*/ 581732 h 1314537"/>
              <a:gd name="connsiteX3" fmla="*/ 1451441 w 1471843"/>
              <a:gd name="connsiteY3" fmla="*/ 730545 h 1314537"/>
              <a:gd name="connsiteX4" fmla="*/ 1157886 w 1471843"/>
              <a:gd name="connsiteY4" fmla="*/ 1239001 h 1314537"/>
              <a:gd name="connsiteX5" fmla="*/ 1029010 w 1471843"/>
              <a:gd name="connsiteY5" fmla="*/ 1313407 h 1314537"/>
              <a:gd name="connsiteX6" fmla="*/ 441900 w 1471843"/>
              <a:gd name="connsiteY6" fmla="*/ 1313407 h 1314537"/>
              <a:gd name="connsiteX7" fmla="*/ 313025 w 1471843"/>
              <a:gd name="connsiteY7" fmla="*/ 1239001 h 1314537"/>
              <a:gd name="connsiteX8" fmla="*/ 19470 w 1471843"/>
              <a:gd name="connsiteY8" fmla="*/ 730545 h 1314537"/>
              <a:gd name="connsiteX9" fmla="*/ 19470 w 1471843"/>
              <a:gd name="connsiteY9" fmla="*/ 581732 h 1314537"/>
              <a:gd name="connsiteX10" fmla="*/ 313025 w 1471843"/>
              <a:gd name="connsiteY10" fmla="*/ 73276 h 1314537"/>
              <a:gd name="connsiteX11" fmla="*/ 441900 w 1471843"/>
              <a:gd name="connsiteY11" fmla="*/ -1130 h 1314537"/>
              <a:gd name="connsiteX12" fmla="*/ 1029010 w 1471843"/>
              <a:gd name="connsiteY12" fmla="*/ -1130 h 1314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71843" h="1314537">
                <a:moveTo>
                  <a:pt x="1029010" y="-1130"/>
                </a:moveTo>
                <a:cubicBezTo>
                  <a:pt x="1082178" y="-1130"/>
                  <a:pt x="1131308" y="27218"/>
                  <a:pt x="1157886" y="73276"/>
                </a:cubicBezTo>
                <a:lnTo>
                  <a:pt x="1451441" y="581732"/>
                </a:lnTo>
                <a:cubicBezTo>
                  <a:pt x="1478023" y="627790"/>
                  <a:pt x="1478023" y="684487"/>
                  <a:pt x="1451441" y="730545"/>
                </a:cubicBezTo>
                <a:lnTo>
                  <a:pt x="1157886" y="1239001"/>
                </a:lnTo>
                <a:cubicBezTo>
                  <a:pt x="1131308" y="1285058"/>
                  <a:pt x="1082178" y="1313407"/>
                  <a:pt x="1029010" y="1313407"/>
                </a:cubicBezTo>
                <a:lnTo>
                  <a:pt x="441900" y="1313407"/>
                </a:lnTo>
                <a:cubicBezTo>
                  <a:pt x="388733" y="1313407"/>
                  <a:pt x="339603" y="1285058"/>
                  <a:pt x="313025" y="1239001"/>
                </a:cubicBezTo>
                <a:lnTo>
                  <a:pt x="19470" y="730545"/>
                </a:lnTo>
                <a:cubicBezTo>
                  <a:pt x="-7112" y="684487"/>
                  <a:pt x="-7112" y="627790"/>
                  <a:pt x="19470" y="581732"/>
                </a:cubicBezTo>
                <a:lnTo>
                  <a:pt x="313025" y="73276"/>
                </a:lnTo>
                <a:cubicBezTo>
                  <a:pt x="339603" y="27218"/>
                  <a:pt x="388733" y="-1130"/>
                  <a:pt x="441900" y="-1130"/>
                </a:cubicBezTo>
                <a:lnTo>
                  <a:pt x="1029010" y="-1130"/>
                </a:lnTo>
                <a:close/>
              </a:path>
            </a:pathLst>
          </a:custGeom>
          <a:noFill/>
          <a:ln w="9525" cap="flat">
            <a:solidFill>
              <a:schemeClr val="tx2">
                <a:lumMod val="50000"/>
                <a:lumOff val="50000"/>
                <a:alpha val="1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2" descr="https://szfilehelper.weixin.qq.com/cgi-bin/mmwebwx-bin/webwxgetmsgimg??&amp;MsgID=7127866342379962655&amp;skey=@crypt_c0b0e52e_e8fcf3400d1a21347d1076a0d0b133c1&amp;mmweb_appid=wx_webfilehelper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t="7980" b="38909"/>
          <a:stretch>
            <a:fillRect/>
          </a:stretch>
        </p:blipFill>
        <p:spPr>
          <a:xfrm>
            <a:off x="9409430" y="1838325"/>
            <a:ext cx="2712085" cy="1275715"/>
          </a:xfrm>
          <a:prstGeom prst="rect">
            <a:avLst/>
          </a:prstGeom>
        </p:spPr>
      </p:pic>
      <p:sp>
        <p:nvSpPr>
          <p:cNvPr id="68" name="文本框 67"/>
          <p:cNvSpPr txBox="1"/>
          <p:nvPr/>
        </p:nvSpPr>
        <p:spPr>
          <a:xfrm>
            <a:off x="62094" y="5204313"/>
            <a:ext cx="2416884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可调负荷（含充电桩）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工厂已有设备资源可以获取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额外收益。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（不影响原有正常生产运营）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735320" y="572135"/>
            <a:ext cx="6233795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工商业储能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：浙江分时电价标准调整（峰谷价差由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1.0015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/kWh,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降到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0.78673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/kWh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），缩减超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20%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，且峰谷运行策略，由两充两放变成一充一放，收益率整体降低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超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60%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5588240" y="503058"/>
            <a:ext cx="37465" cy="45192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0" y="5011514"/>
            <a:ext cx="12192000" cy="313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图片 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303" y="5085403"/>
            <a:ext cx="2299927" cy="1220074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463" y="5086743"/>
            <a:ext cx="2261163" cy="1213142"/>
          </a:xfrm>
          <a:prstGeom prst="rect">
            <a:avLst/>
          </a:prstGeom>
        </p:spPr>
      </p:pic>
      <p:sp>
        <p:nvSpPr>
          <p:cNvPr id="83" name="文本框 257"/>
          <p:cNvSpPr txBox="1"/>
          <p:nvPr/>
        </p:nvSpPr>
        <p:spPr>
          <a:xfrm>
            <a:off x="2728407" y="6402933"/>
            <a:ext cx="2202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照明系统</a:t>
            </a:r>
          </a:p>
        </p:txBody>
      </p:sp>
      <p:sp>
        <p:nvSpPr>
          <p:cNvPr id="84" name="文本框 258"/>
          <p:cNvSpPr txBox="1"/>
          <p:nvPr/>
        </p:nvSpPr>
        <p:spPr>
          <a:xfrm>
            <a:off x="4970393" y="6384938"/>
            <a:ext cx="2153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空调系统</a:t>
            </a:r>
          </a:p>
        </p:txBody>
      </p:sp>
      <p:sp>
        <p:nvSpPr>
          <p:cNvPr id="85" name="文本框 259"/>
          <p:cNvSpPr txBox="1"/>
          <p:nvPr/>
        </p:nvSpPr>
        <p:spPr>
          <a:xfrm>
            <a:off x="6930965" y="6379346"/>
            <a:ext cx="298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生产用能系统</a:t>
            </a:r>
          </a:p>
        </p:txBody>
      </p:sp>
      <p:sp>
        <p:nvSpPr>
          <p:cNvPr id="86" name="文本框 260"/>
          <p:cNvSpPr txBox="1"/>
          <p:nvPr/>
        </p:nvSpPr>
        <p:spPr>
          <a:xfrm>
            <a:off x="9670987" y="6352956"/>
            <a:ext cx="2634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充电站</a:t>
            </a:r>
          </a:p>
        </p:txBody>
      </p:sp>
      <p:pic>
        <p:nvPicPr>
          <p:cNvPr id="87" name="图片 86"/>
          <p:cNvPicPr>
            <a:picLocks noChangeAspect="1"/>
          </p:cNvPicPr>
          <p:nvPr/>
        </p:nvPicPr>
        <p:blipFill rotWithShape="1">
          <a:blip r:embed="rId8"/>
          <a:srcRect t="-1" r="28884" b="730"/>
          <a:stretch>
            <a:fillRect/>
          </a:stretch>
        </p:blipFill>
        <p:spPr>
          <a:xfrm>
            <a:off x="9597321" y="5085403"/>
            <a:ext cx="2374697" cy="1214482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 rotWithShape="1">
          <a:blip r:embed="rId9"/>
          <a:srcRect r="28652"/>
          <a:stretch>
            <a:fillRect/>
          </a:stretch>
        </p:blipFill>
        <p:spPr>
          <a:xfrm>
            <a:off x="7365484" y="5088534"/>
            <a:ext cx="2120414" cy="121135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354" y="2288616"/>
            <a:ext cx="5378450" cy="2700968"/>
          </a:xfrm>
          <a:prstGeom prst="rect">
            <a:avLst/>
          </a:prstGeom>
        </p:spPr>
      </p:pic>
      <p:graphicFrame>
        <p:nvGraphicFramePr>
          <p:cNvPr id="2" name="图表 1"/>
          <p:cNvGraphicFramePr/>
          <p:nvPr/>
        </p:nvGraphicFramePr>
        <p:xfrm>
          <a:off x="5747385" y="1659890"/>
          <a:ext cx="3656965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5785" y="3542030"/>
            <a:ext cx="2605405" cy="13804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750425" y="1465580"/>
            <a:ext cx="19767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2026</a:t>
            </a:r>
            <a:r>
              <a:rPr lang="zh-CN" altLang="en-US" sz="1600"/>
              <a:t>年</a:t>
            </a:r>
            <a:r>
              <a:rPr lang="en-US" altLang="zh-CN" sz="1600"/>
              <a:t>7</a:t>
            </a:r>
            <a:r>
              <a:rPr lang="zh-CN" altLang="en-US" sz="1600"/>
              <a:t>月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877425" y="3160395"/>
            <a:ext cx="19767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2025</a:t>
            </a:r>
            <a:r>
              <a:rPr lang="zh-CN" altLang="en-US" sz="1600"/>
              <a:t>年</a:t>
            </a:r>
            <a:r>
              <a:rPr lang="en-US" altLang="zh-CN" sz="1600"/>
              <a:t>7</a:t>
            </a:r>
            <a:r>
              <a:rPr lang="zh-CN" altLang="en-US" sz="1600"/>
              <a:t>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218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679" y="421550"/>
            <a:ext cx="11466830" cy="1477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294005" y="63500"/>
            <a:ext cx="5184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一、虚拟电厂的现状与痛点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3520" y="562610"/>
            <a:ext cx="11644801" cy="1670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绿电直连：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适配于</a:t>
            </a:r>
            <a:r>
              <a:rPr lang="en-US" altLang="zh-CN" sz="1400" dirty="0"/>
              <a:t>650 </a:t>
            </a:r>
            <a:r>
              <a:rPr lang="zh-CN" altLang="en-US" sz="1400" dirty="0"/>
              <a:t>号（单用户绿电直连）、</a:t>
            </a:r>
            <a:r>
              <a:rPr lang="en-US" altLang="zh-CN" sz="1400" dirty="0"/>
              <a:t>688 </a:t>
            </a:r>
            <a:r>
              <a:rPr lang="zh-CN" altLang="en-US" sz="1400" dirty="0"/>
              <a:t>号（多用户绿电直连）、</a:t>
            </a:r>
            <a:r>
              <a:rPr lang="en-US" altLang="zh-CN" sz="1400" dirty="0"/>
              <a:t>1192 </a:t>
            </a:r>
            <a:r>
              <a:rPr lang="zh-CN" altLang="en-US" sz="1400" dirty="0"/>
              <a:t>号文（就近消纳容量型输配电价）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绿电直连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项目。绿电项目</a:t>
            </a:r>
            <a:r>
              <a:rPr lang="zh-CN" altLang="en-US" sz="1400" dirty="0"/>
              <a:t>大发时段产生大量余电；且负荷刚性不可调；导致现货区域上网电量无保底、完全市场化矛盾凸显，低谷极易出现低价或负电价，同时必须守住（自发自用≥</a:t>
            </a:r>
            <a:r>
              <a:rPr lang="en-US" altLang="zh-CN" sz="1400" dirty="0"/>
              <a:t>60% </a:t>
            </a:r>
            <a:r>
              <a:rPr lang="zh-CN" altLang="en-US" sz="1400" dirty="0"/>
              <a:t>发电量）消纳红线的要求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。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通过虚拟电厂整合电源、储能和可调负荷整体打包协同，融合电价电量预测、电能量中长期和现货交易、辅助服务、需求响应等功能，解决上述痛点，提升项目运行稳定性和收益。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C599F794-0548-4373-87B0-D7193F767C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55"/>
          <a:stretch/>
        </p:blipFill>
        <p:spPr>
          <a:xfrm>
            <a:off x="331712" y="2232683"/>
            <a:ext cx="11496505" cy="459232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5184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一、虚拟电厂介绍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20040" y="746448"/>
            <a:ext cx="11711539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虚拟电厂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是基于电力系统架构，运用现代信息通信、系统集成控制等技术，聚合分布式电源、可调节负荷、储能等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各类分散资源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，作为新型经营主体协同参与电力系统优化和电力市场交易的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电力运行组织模式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它既可以作为“正电厂”向 系统供电调峰，又可作为“负电厂”加大负荷消纳配合系统填谷，虚拟电厂的投资规模相当于同级火电厂十分之一。</a:t>
            </a:r>
          </a:p>
        </p:txBody>
      </p:sp>
      <p:sp>
        <p:nvSpPr>
          <p:cNvPr id="65" name="矩形 64"/>
          <p:cNvSpPr/>
          <p:nvPr/>
        </p:nvSpPr>
        <p:spPr>
          <a:xfrm>
            <a:off x="2338161" y="2495550"/>
            <a:ext cx="5935980" cy="371983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791" y="3906520"/>
            <a:ext cx="610870" cy="692785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031" y="3906520"/>
            <a:ext cx="594360" cy="692785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601" y="2821940"/>
            <a:ext cx="750570" cy="668655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616" y="4695825"/>
            <a:ext cx="1163955" cy="983615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4806406" y="2747010"/>
            <a:ext cx="109156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光伏</a:t>
            </a:r>
            <a:r>
              <a:rPr kumimoji="1" lang="en-US" altLang="zh-CN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/</a:t>
            </a:r>
            <a:r>
              <a:rPr kumimoji="1" lang="zh-CN" altLang="en-US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风电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2475956" y="2911475"/>
            <a:ext cx="75184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储能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2449921" y="5189220"/>
            <a:ext cx="98933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可控负荷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4188551" y="5928995"/>
            <a:ext cx="85280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充电桩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4834981" y="4515485"/>
            <a:ext cx="93535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本地控制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6503126" y="4598670"/>
            <a:ext cx="97282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集控平台</a:t>
            </a:r>
          </a:p>
        </p:txBody>
      </p:sp>
      <p:sp>
        <p:nvSpPr>
          <p:cNvPr id="77" name="弧 71"/>
          <p:cNvSpPr>
            <a:spLocks noChangeAspect="1"/>
          </p:cNvSpPr>
          <p:nvPr/>
        </p:nvSpPr>
        <p:spPr>
          <a:xfrm rot="10800000">
            <a:off x="3013166" y="2813050"/>
            <a:ext cx="2823845" cy="2902585"/>
          </a:xfrm>
          <a:prstGeom prst="arc">
            <a:avLst>
              <a:gd name="adj1" fmla="val 16200000"/>
              <a:gd name="adj2" fmla="val 5311469"/>
            </a:avLst>
          </a:prstGeom>
          <a:noFill/>
          <a:ln w="15875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8" name="弧 72"/>
          <p:cNvSpPr>
            <a:spLocks noChangeAspect="1"/>
          </p:cNvSpPr>
          <p:nvPr/>
        </p:nvSpPr>
        <p:spPr>
          <a:xfrm rot="10800000">
            <a:off x="3236686" y="3046095"/>
            <a:ext cx="2376170" cy="2442845"/>
          </a:xfrm>
          <a:prstGeom prst="arc">
            <a:avLst>
              <a:gd name="adj1" fmla="val 16200000"/>
              <a:gd name="adj2" fmla="val 5311469"/>
            </a:avLst>
          </a:prstGeom>
          <a:noFill/>
          <a:ln w="15875" cap="flat" cmpd="sng" algn="ctr">
            <a:solidFill>
              <a:srgbClr val="0054A8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4233636" y="2559685"/>
            <a:ext cx="710565" cy="692785"/>
            <a:chOff x="3607048" y="1908235"/>
            <a:chExt cx="861466" cy="816429"/>
          </a:xfrm>
        </p:grpSpPr>
        <p:sp>
          <p:nvSpPr>
            <p:cNvPr id="80" name="椭圆 79"/>
            <p:cNvSpPr/>
            <p:nvPr/>
          </p:nvSpPr>
          <p:spPr>
            <a:xfrm>
              <a:off x="3607048" y="1908235"/>
              <a:ext cx="861466" cy="81642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5266" y="1946911"/>
              <a:ext cx="720000" cy="720000"/>
            </a:xfrm>
            <a:prstGeom prst="rect">
              <a:avLst/>
            </a:prstGeom>
          </p:spPr>
        </p:pic>
      </p:grpSp>
      <p:grpSp>
        <p:nvGrpSpPr>
          <p:cNvPr id="82" name="组合 81"/>
          <p:cNvGrpSpPr/>
          <p:nvPr/>
        </p:nvGrpSpPr>
        <p:grpSpPr>
          <a:xfrm>
            <a:off x="2940776" y="3114040"/>
            <a:ext cx="710565" cy="692785"/>
            <a:chOff x="2610515" y="2537443"/>
            <a:chExt cx="861466" cy="816429"/>
          </a:xfrm>
        </p:grpSpPr>
        <p:sp>
          <p:nvSpPr>
            <p:cNvPr id="83" name="椭圆 82"/>
            <p:cNvSpPr/>
            <p:nvPr/>
          </p:nvSpPr>
          <p:spPr>
            <a:xfrm>
              <a:off x="2610515" y="2537443"/>
              <a:ext cx="861466" cy="81642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84" name="图片 8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9983" y="2614851"/>
              <a:ext cx="331114" cy="642282"/>
            </a:xfrm>
            <a:prstGeom prst="rect">
              <a:avLst/>
            </a:prstGeom>
          </p:spPr>
        </p:pic>
      </p:grpSp>
      <p:grpSp>
        <p:nvGrpSpPr>
          <p:cNvPr id="85" name="组合 84"/>
          <p:cNvGrpSpPr/>
          <p:nvPr/>
        </p:nvGrpSpPr>
        <p:grpSpPr>
          <a:xfrm>
            <a:off x="2940776" y="4491990"/>
            <a:ext cx="710565" cy="692785"/>
            <a:chOff x="2082839" y="4048461"/>
            <a:chExt cx="861466" cy="816429"/>
          </a:xfrm>
        </p:grpSpPr>
        <p:sp>
          <p:nvSpPr>
            <p:cNvPr id="86" name="椭圆 85"/>
            <p:cNvSpPr/>
            <p:nvPr/>
          </p:nvSpPr>
          <p:spPr>
            <a:xfrm>
              <a:off x="2082839" y="4048461"/>
              <a:ext cx="861466" cy="81642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2943" y="4119414"/>
              <a:ext cx="472101" cy="684759"/>
            </a:xfrm>
            <a:prstGeom prst="rect">
              <a:avLst/>
            </a:prstGeom>
          </p:spPr>
        </p:pic>
      </p:grpSp>
      <p:grpSp>
        <p:nvGrpSpPr>
          <p:cNvPr id="88" name="组合 87"/>
          <p:cNvGrpSpPr/>
          <p:nvPr/>
        </p:nvGrpSpPr>
        <p:grpSpPr>
          <a:xfrm>
            <a:off x="4233636" y="5264785"/>
            <a:ext cx="710565" cy="692785"/>
            <a:chOff x="3702223" y="5057041"/>
            <a:chExt cx="861466" cy="816429"/>
          </a:xfrm>
        </p:grpSpPr>
        <p:sp>
          <p:nvSpPr>
            <p:cNvPr id="89" name="椭圆 88"/>
            <p:cNvSpPr/>
            <p:nvPr/>
          </p:nvSpPr>
          <p:spPr>
            <a:xfrm>
              <a:off x="3702223" y="5057041"/>
              <a:ext cx="861466" cy="81642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90" name="图片 89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9669" y="5242876"/>
              <a:ext cx="766573" cy="444757"/>
            </a:xfrm>
            <a:prstGeom prst="rect">
              <a:avLst/>
            </a:prstGeom>
          </p:spPr>
        </p:pic>
      </p:grpSp>
      <p:cxnSp>
        <p:nvCxnSpPr>
          <p:cNvPr id="91" name="直线箭头连接符 85"/>
          <p:cNvCxnSpPr/>
          <p:nvPr/>
        </p:nvCxnSpPr>
        <p:spPr>
          <a:xfrm flipV="1">
            <a:off x="4667976" y="3281680"/>
            <a:ext cx="0" cy="610870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tailEnd type="stealth"/>
          </a:ln>
          <a:effectLst/>
        </p:spPr>
      </p:cxnSp>
      <p:cxnSp>
        <p:nvCxnSpPr>
          <p:cNvPr id="92" name="直线箭头连接符 86"/>
          <p:cNvCxnSpPr/>
          <p:nvPr/>
        </p:nvCxnSpPr>
        <p:spPr>
          <a:xfrm>
            <a:off x="4606381" y="3300730"/>
            <a:ext cx="0" cy="610870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tailEnd type="stealth"/>
          </a:ln>
          <a:effectLst/>
        </p:spPr>
      </p:cxnSp>
      <p:cxnSp>
        <p:nvCxnSpPr>
          <p:cNvPr id="93" name="直线箭头连接符 87"/>
          <p:cNvCxnSpPr/>
          <p:nvPr/>
        </p:nvCxnSpPr>
        <p:spPr>
          <a:xfrm flipH="1" flipV="1">
            <a:off x="3684996" y="3652520"/>
            <a:ext cx="647065" cy="360680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tailEnd type="stealth"/>
          </a:ln>
          <a:effectLst/>
        </p:spPr>
      </p:cxnSp>
      <p:cxnSp>
        <p:nvCxnSpPr>
          <p:cNvPr id="94" name="直线箭头连接符 88"/>
          <p:cNvCxnSpPr/>
          <p:nvPr/>
        </p:nvCxnSpPr>
        <p:spPr>
          <a:xfrm>
            <a:off x="3676741" y="3729355"/>
            <a:ext cx="646430" cy="354330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tailEnd type="stealth"/>
          </a:ln>
          <a:effectLst/>
        </p:spPr>
      </p:cxnSp>
      <p:cxnSp>
        <p:nvCxnSpPr>
          <p:cNvPr id="95" name="直线箭头连接符 89"/>
          <p:cNvCxnSpPr/>
          <p:nvPr/>
        </p:nvCxnSpPr>
        <p:spPr>
          <a:xfrm flipV="1">
            <a:off x="3692616" y="4462780"/>
            <a:ext cx="549910" cy="233045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tailEnd type="stealth"/>
          </a:ln>
          <a:effectLst/>
        </p:spPr>
      </p:cxnSp>
      <p:cxnSp>
        <p:nvCxnSpPr>
          <p:cNvPr id="96" name="直线箭头连接符 90"/>
          <p:cNvCxnSpPr/>
          <p:nvPr/>
        </p:nvCxnSpPr>
        <p:spPr>
          <a:xfrm flipH="1">
            <a:off x="3718016" y="4536440"/>
            <a:ext cx="524510" cy="222885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tailEnd type="stealth"/>
          </a:ln>
          <a:effectLst/>
        </p:spPr>
      </p:cxnSp>
      <p:cxnSp>
        <p:nvCxnSpPr>
          <p:cNvPr id="97" name="直线箭头连接符 91"/>
          <p:cNvCxnSpPr/>
          <p:nvPr/>
        </p:nvCxnSpPr>
        <p:spPr>
          <a:xfrm flipV="1">
            <a:off x="4667976" y="4631690"/>
            <a:ext cx="0" cy="610870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tailEnd type="stealth"/>
          </a:ln>
          <a:effectLst/>
        </p:spPr>
      </p:cxnSp>
      <p:cxnSp>
        <p:nvCxnSpPr>
          <p:cNvPr id="98" name="直线箭头连接符 92"/>
          <p:cNvCxnSpPr/>
          <p:nvPr/>
        </p:nvCxnSpPr>
        <p:spPr>
          <a:xfrm>
            <a:off x="4606381" y="4636770"/>
            <a:ext cx="0" cy="610870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tailEnd type="stealth"/>
          </a:ln>
          <a:effectLst/>
        </p:spPr>
      </p:cxnSp>
      <p:sp>
        <p:nvSpPr>
          <p:cNvPr id="99" name="文本框 98"/>
          <p:cNvSpPr txBox="1"/>
          <p:nvPr/>
        </p:nvSpPr>
        <p:spPr>
          <a:xfrm>
            <a:off x="3236686" y="4142105"/>
            <a:ext cx="103632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信息通信技术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667726" y="3683000"/>
            <a:ext cx="200660" cy="1108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智能计量技术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5622381" y="4852670"/>
            <a:ext cx="1036955" cy="26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协调控制技术</a:t>
            </a:r>
          </a:p>
        </p:txBody>
      </p:sp>
      <p:cxnSp>
        <p:nvCxnSpPr>
          <p:cNvPr id="102" name="直线箭头连接符 96"/>
          <p:cNvCxnSpPr/>
          <p:nvPr/>
        </p:nvCxnSpPr>
        <p:spPr>
          <a:xfrm>
            <a:off x="5052151" y="4313555"/>
            <a:ext cx="1413510" cy="0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headEnd type="stealth"/>
            <a:tailEnd type="stealth"/>
          </a:ln>
          <a:effectLst/>
        </p:spPr>
      </p:cxnSp>
      <p:sp>
        <p:nvSpPr>
          <p:cNvPr id="103" name="文本框 102"/>
          <p:cNvSpPr txBox="1"/>
          <p:nvPr/>
        </p:nvSpPr>
        <p:spPr>
          <a:xfrm>
            <a:off x="5387431" y="3873500"/>
            <a:ext cx="1065530" cy="431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资源的合理优化配置及利用</a:t>
            </a:r>
          </a:p>
        </p:txBody>
      </p:sp>
      <p:cxnSp>
        <p:nvCxnSpPr>
          <p:cNvPr id="104" name="直线箭头连接符 98"/>
          <p:cNvCxnSpPr/>
          <p:nvPr/>
        </p:nvCxnSpPr>
        <p:spPr>
          <a:xfrm flipV="1">
            <a:off x="4872446" y="3526790"/>
            <a:ext cx="414020" cy="395605"/>
          </a:xfrm>
          <a:prstGeom prst="straightConnector1">
            <a:avLst/>
          </a:prstGeom>
          <a:noFill/>
          <a:ln w="6350" cap="flat" cmpd="sng" algn="ctr">
            <a:solidFill>
              <a:schemeClr val="bg1"/>
            </a:solidFill>
            <a:prstDash val="solid"/>
            <a:headEnd type="none"/>
            <a:tailEnd type="none"/>
          </a:ln>
          <a:effectLst/>
        </p:spPr>
      </p:cxnSp>
      <p:sp>
        <p:nvSpPr>
          <p:cNvPr id="126" name="文本框 125"/>
          <p:cNvSpPr txBox="1"/>
          <p:nvPr/>
        </p:nvSpPr>
        <p:spPr>
          <a:xfrm>
            <a:off x="5228681" y="3134995"/>
            <a:ext cx="1437640" cy="431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互联网为“厂房”，数据为“燃料”</a:t>
            </a:r>
          </a:p>
        </p:txBody>
      </p:sp>
      <p:cxnSp>
        <p:nvCxnSpPr>
          <p:cNvPr id="127" name="直线箭头连接符 100"/>
          <p:cNvCxnSpPr/>
          <p:nvPr/>
        </p:nvCxnSpPr>
        <p:spPr>
          <a:xfrm flipV="1">
            <a:off x="7350216" y="3377565"/>
            <a:ext cx="1227455" cy="636905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headEnd type="stealth"/>
            <a:tailEnd type="stealth"/>
          </a:ln>
          <a:effectLst/>
        </p:spPr>
      </p:cxnSp>
      <p:cxnSp>
        <p:nvCxnSpPr>
          <p:cNvPr id="128" name="直线箭头连接符 101"/>
          <p:cNvCxnSpPr/>
          <p:nvPr/>
        </p:nvCxnSpPr>
        <p:spPr>
          <a:xfrm>
            <a:off x="7334341" y="4462780"/>
            <a:ext cx="1342390" cy="423545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headEnd type="stealth"/>
            <a:tailEnd type="stealth"/>
          </a:ln>
          <a:effectLst/>
        </p:spPr>
      </p:cxnSp>
      <p:sp>
        <p:nvSpPr>
          <p:cNvPr id="147" name="文本框 146"/>
          <p:cNvSpPr txBox="1"/>
          <p:nvPr/>
        </p:nvSpPr>
        <p:spPr>
          <a:xfrm>
            <a:off x="8901521" y="5641340"/>
            <a:ext cx="85280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大电网</a:t>
            </a:r>
          </a:p>
        </p:txBody>
      </p:sp>
      <p:sp>
        <p:nvSpPr>
          <p:cNvPr id="148" name="文本框 147"/>
          <p:cNvSpPr txBox="1"/>
          <p:nvPr/>
        </p:nvSpPr>
        <p:spPr>
          <a:xfrm>
            <a:off x="9027886" y="3501390"/>
            <a:ext cx="99123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电力市场</a:t>
            </a:r>
          </a:p>
        </p:txBody>
      </p:sp>
      <p:cxnSp>
        <p:nvCxnSpPr>
          <p:cNvPr id="149" name="直线箭头连接符 104"/>
          <p:cNvCxnSpPr/>
          <p:nvPr/>
        </p:nvCxnSpPr>
        <p:spPr>
          <a:xfrm flipV="1">
            <a:off x="8958036" y="3587115"/>
            <a:ext cx="0" cy="1108710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headEnd type="stealth"/>
            <a:tailEnd type="stealth"/>
          </a:ln>
          <a:effectLst/>
        </p:spPr>
      </p:cxnSp>
      <p:sp>
        <p:nvSpPr>
          <p:cNvPr id="150" name="文本框 149"/>
          <p:cNvSpPr txBox="1"/>
          <p:nvPr/>
        </p:nvSpPr>
        <p:spPr>
          <a:xfrm>
            <a:off x="7448006" y="3336925"/>
            <a:ext cx="926465" cy="26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市场信息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7475946" y="4274185"/>
            <a:ext cx="926465" cy="26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稳定出力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8838021" y="4133850"/>
            <a:ext cx="926465" cy="26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可调容量</a:t>
            </a:r>
          </a:p>
        </p:txBody>
      </p:sp>
      <p:cxnSp>
        <p:nvCxnSpPr>
          <p:cNvPr id="153" name="直线连接符 108"/>
          <p:cNvCxnSpPr>
            <a:stCxn id="89" idx="6"/>
          </p:cNvCxnSpPr>
          <p:nvPr/>
        </p:nvCxnSpPr>
        <p:spPr>
          <a:xfrm flipV="1">
            <a:off x="4944201" y="5610860"/>
            <a:ext cx="3798570" cy="0"/>
          </a:xfrm>
          <a:prstGeom prst="line">
            <a:avLst/>
          </a:prstGeom>
          <a:noFill/>
          <a:ln w="15875" cap="flat" cmpd="sng" algn="ctr">
            <a:solidFill>
              <a:srgbClr val="F79646"/>
            </a:solidFill>
            <a:prstDash val="solid"/>
          </a:ln>
          <a:effectLst/>
        </p:spPr>
      </p:cxnSp>
      <p:sp>
        <p:nvSpPr>
          <p:cNvPr id="154" name="文本框 153"/>
          <p:cNvSpPr txBox="1"/>
          <p:nvPr/>
        </p:nvSpPr>
        <p:spPr>
          <a:xfrm>
            <a:off x="6671401" y="2560320"/>
            <a:ext cx="1170940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虚拟电厂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5668736" y="5676900"/>
            <a:ext cx="2439670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具有“源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-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荷”双重身份</a:t>
            </a:r>
          </a:p>
        </p:txBody>
      </p:sp>
      <p:cxnSp>
        <p:nvCxnSpPr>
          <p:cNvPr id="156" name="直线连接符 111"/>
          <p:cNvCxnSpPr/>
          <p:nvPr/>
        </p:nvCxnSpPr>
        <p:spPr>
          <a:xfrm>
            <a:off x="4139021" y="6351270"/>
            <a:ext cx="398780" cy="0"/>
          </a:xfrm>
          <a:prstGeom prst="line">
            <a:avLst/>
          </a:prstGeom>
          <a:noFill/>
          <a:ln w="15875" cap="flat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157" name="直线箭头连接符 112"/>
          <p:cNvCxnSpPr/>
          <p:nvPr/>
        </p:nvCxnSpPr>
        <p:spPr>
          <a:xfrm>
            <a:off x="3026501" y="6337300"/>
            <a:ext cx="409575" cy="0"/>
          </a:xfrm>
          <a:prstGeom prst="straightConnector1">
            <a:avLst/>
          </a:prstGeom>
          <a:noFill/>
          <a:ln w="15875" cap="flat" cmpd="sng" algn="ctr">
            <a:solidFill>
              <a:srgbClr val="0054A8"/>
            </a:solidFill>
            <a:prstDash val="sysDot"/>
            <a:headEnd type="none"/>
            <a:tailEnd type="stealth"/>
          </a:ln>
          <a:effectLst/>
        </p:spPr>
      </p:cxnSp>
      <p:sp>
        <p:nvSpPr>
          <p:cNvPr id="158" name="文本框 157"/>
          <p:cNvSpPr txBox="1"/>
          <p:nvPr/>
        </p:nvSpPr>
        <p:spPr>
          <a:xfrm>
            <a:off x="2453096" y="6223000"/>
            <a:ext cx="629285" cy="26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信息流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3474176" y="6235700"/>
            <a:ext cx="629285" cy="26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能量流</a:t>
            </a: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5184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一、虚拟电厂国家政策</a:t>
            </a:r>
          </a:p>
        </p:txBody>
      </p:sp>
      <p:sp>
        <p:nvSpPr>
          <p:cNvPr id="168" name="标题 1"/>
          <p:cNvSpPr>
            <a:spLocks noGrp="1"/>
          </p:cNvSpPr>
          <p:nvPr/>
        </p:nvSpPr>
        <p:spPr>
          <a:xfrm>
            <a:off x="6432550" y="121834"/>
            <a:ext cx="5580380" cy="396240"/>
          </a:xfrm>
          <a:solidFill>
            <a:srgbClr val="0070C0"/>
          </a:solidFill>
        </p:spPr>
        <p:txBody>
          <a:bodyPr tIns="71755" anchor="ctr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rgbClr val="0060B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r"/>
            <a:endParaRPr lang="zh-CN" sz="2400" dirty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>
            <p:custDataLst>
              <p:tags r:id="rId2"/>
            </p:custDataLst>
          </p:nvPr>
        </p:nvCxnSpPr>
        <p:spPr>
          <a:xfrm>
            <a:off x="4635763" y="3657952"/>
            <a:ext cx="0" cy="1079500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07" name="直接连接符 106"/>
          <p:cNvCxnSpPr/>
          <p:nvPr>
            <p:custDataLst>
              <p:tags r:id="rId3"/>
            </p:custDataLst>
          </p:nvPr>
        </p:nvCxnSpPr>
        <p:spPr>
          <a:xfrm>
            <a:off x="269240" y="4859800"/>
            <a:ext cx="11160000" cy="635"/>
          </a:xfrm>
          <a:prstGeom prst="line">
            <a:avLst/>
          </a:prstGeom>
          <a:noFill/>
          <a:ln w="38100" cap="flat" cmpd="sng" algn="ctr">
            <a:solidFill>
              <a:srgbClr val="376FFF">
                <a:alpha val="80000"/>
              </a:srgbClr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108" name="直接连接符 107"/>
          <p:cNvCxnSpPr/>
          <p:nvPr>
            <p:custDataLst>
              <p:tags r:id="rId4"/>
            </p:custDataLst>
          </p:nvPr>
        </p:nvCxnSpPr>
        <p:spPr>
          <a:xfrm>
            <a:off x="401955" y="3794905"/>
            <a:ext cx="0" cy="1079500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09" name="椭圆 108"/>
          <p:cNvSpPr/>
          <p:nvPr>
            <p:custDataLst>
              <p:tags r:id="rId5"/>
            </p:custDataLst>
          </p:nvPr>
        </p:nvSpPr>
        <p:spPr>
          <a:xfrm>
            <a:off x="330200" y="4770900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cxnSp>
        <p:nvCxnSpPr>
          <p:cNvPr id="110" name="直接连接符 109"/>
          <p:cNvCxnSpPr>
            <a:stCxn id="111" idx="4"/>
          </p:cNvCxnSpPr>
          <p:nvPr>
            <p:custDataLst>
              <p:tags r:id="rId6"/>
            </p:custDataLst>
          </p:nvPr>
        </p:nvCxnSpPr>
        <p:spPr>
          <a:xfrm flipH="1">
            <a:off x="655364" y="4930285"/>
            <a:ext cx="5080" cy="1080000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11" name="椭圆 110"/>
          <p:cNvSpPr/>
          <p:nvPr>
            <p:custDataLst>
              <p:tags r:id="rId7"/>
            </p:custDataLst>
          </p:nvPr>
        </p:nvSpPr>
        <p:spPr>
          <a:xfrm>
            <a:off x="588054" y="4786140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756419" y="2526212"/>
            <a:ext cx="5522821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《关于深化新能源上网电价市场化改革促进新能源高质量发展的通知》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1155496" y="2483336"/>
            <a:ext cx="449574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《关于支持电力领域新型经营主体创新发展的指导意见》</a:t>
            </a:r>
          </a:p>
        </p:txBody>
      </p:sp>
      <p:cxnSp>
        <p:nvCxnSpPr>
          <p:cNvPr id="114" name="直接连接符 113"/>
          <p:cNvCxnSpPr/>
          <p:nvPr>
            <p:custDataLst>
              <p:tags r:id="rId8"/>
            </p:custDataLst>
          </p:nvPr>
        </p:nvCxnSpPr>
        <p:spPr>
          <a:xfrm>
            <a:off x="3691900" y="4944160"/>
            <a:ext cx="0" cy="1073015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15" name="椭圆 114"/>
          <p:cNvSpPr/>
          <p:nvPr>
            <p:custDataLst>
              <p:tags r:id="rId9"/>
            </p:custDataLst>
          </p:nvPr>
        </p:nvSpPr>
        <p:spPr>
          <a:xfrm>
            <a:off x="3620059" y="4815255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389199" y="2270076"/>
            <a:ext cx="28371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2025/2/9-国家发改委、国家能源局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2297892" y="2170441"/>
            <a:ext cx="186753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2024/11/28-国家能源局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8927736" y="3462664"/>
            <a:ext cx="1865768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2026/5/20-国家发改委</a:t>
            </a:r>
          </a:p>
        </p:txBody>
      </p:sp>
      <p:sp>
        <p:nvSpPr>
          <p:cNvPr id="119" name="文本框 118"/>
          <p:cNvSpPr txBox="1"/>
          <p:nvPr/>
        </p:nvSpPr>
        <p:spPr>
          <a:xfrm>
            <a:off x="5821454" y="2861228"/>
            <a:ext cx="509165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推动新能源电价市场化，以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2025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年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6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月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1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日为界区分存量和增量项目，设置机制电价和机制电量比例，并通过差价结算保障项目收益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1347470" y="2844811"/>
            <a:ext cx="4138929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明确将虚拟电厂、智能微电网作为资源聚合类新型经营主体参与电力市场，支持新能源就地消纳、就地平衡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351375" y="4127914"/>
            <a:ext cx="362599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defRPr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本文件拓展了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650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号文件的一对一限制，允许一对多绿电直连，配套分户溯源、源储强制配置、虚拟电厂合规运营机制，推动风光资源园区化就近消纳</a:t>
            </a:r>
          </a:p>
        </p:txBody>
      </p:sp>
      <p:sp>
        <p:nvSpPr>
          <p:cNvPr id="122" name="椭圆 121"/>
          <p:cNvSpPr/>
          <p:nvPr>
            <p:custDataLst>
              <p:tags r:id="rId10"/>
            </p:custDataLst>
          </p:nvPr>
        </p:nvSpPr>
        <p:spPr>
          <a:xfrm>
            <a:off x="4546729" y="4711130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4690874" y="3713161"/>
            <a:ext cx="3553812" cy="738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《关于完善价格机制促进新能源发电就近消纳的通知》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236848" y="4957462"/>
            <a:ext cx="17825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2025/7/8-国家发改委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4672938" y="4154315"/>
            <a:ext cx="3773171" cy="668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通过价格机制创新（定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自发自用电量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≥60%”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标准、优化输配电费、免离网项目相关费用），既促新能源就地消纳降弃电率，又降企业与零碳园区绿电成本</a:t>
            </a:r>
          </a:p>
        </p:txBody>
      </p:sp>
      <p:cxnSp>
        <p:nvCxnSpPr>
          <p:cNvPr id="129" name="直接连接符 128"/>
          <p:cNvCxnSpPr/>
          <p:nvPr>
            <p:custDataLst>
              <p:tags r:id="rId11"/>
            </p:custDataLst>
          </p:nvPr>
        </p:nvCxnSpPr>
        <p:spPr>
          <a:xfrm flipV="1">
            <a:off x="244475" y="2105805"/>
            <a:ext cx="11099800" cy="15240"/>
          </a:xfrm>
          <a:prstGeom prst="line">
            <a:avLst/>
          </a:prstGeom>
          <a:noFill/>
          <a:ln w="38100" cap="flat" cmpd="sng" algn="ctr">
            <a:solidFill>
              <a:srgbClr val="376FFF">
                <a:alpha val="80000"/>
              </a:srgbClr>
            </a:solidFill>
            <a:prstDash val="solid"/>
            <a:miter lim="800000"/>
            <a:headEnd type="none"/>
            <a:tailEnd type="triangle" w="med" len="med"/>
          </a:ln>
          <a:effectLst/>
        </p:spPr>
      </p:cxnSp>
      <p:cxnSp>
        <p:nvCxnSpPr>
          <p:cNvPr id="130" name="直接连接符 129"/>
          <p:cNvCxnSpPr/>
          <p:nvPr>
            <p:custDataLst>
              <p:tags r:id="rId12"/>
            </p:custDataLst>
          </p:nvPr>
        </p:nvCxnSpPr>
        <p:spPr>
          <a:xfrm flipV="1">
            <a:off x="417830" y="1376825"/>
            <a:ext cx="0" cy="720090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31" name="椭圆 130"/>
          <p:cNvSpPr/>
          <p:nvPr>
            <p:custDataLst>
              <p:tags r:id="rId13"/>
            </p:custDataLst>
          </p:nvPr>
        </p:nvSpPr>
        <p:spPr>
          <a:xfrm>
            <a:off x="330200" y="2058815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cxnSp>
        <p:nvCxnSpPr>
          <p:cNvPr id="132" name="直接连接符 131"/>
          <p:cNvCxnSpPr/>
          <p:nvPr>
            <p:custDataLst>
              <p:tags r:id="rId14"/>
            </p:custDataLst>
          </p:nvPr>
        </p:nvCxnSpPr>
        <p:spPr>
          <a:xfrm flipV="1">
            <a:off x="4876106" y="1326908"/>
            <a:ext cx="0" cy="720090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33" name="直接连接符 132"/>
          <p:cNvCxnSpPr>
            <a:stCxn id="134" idx="4"/>
          </p:cNvCxnSpPr>
          <p:nvPr>
            <p:custDataLst>
              <p:tags r:id="rId15"/>
            </p:custDataLst>
          </p:nvPr>
        </p:nvCxnSpPr>
        <p:spPr>
          <a:xfrm flipH="1">
            <a:off x="1146175" y="2207405"/>
            <a:ext cx="5080" cy="1080000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34" name="椭圆 133"/>
          <p:cNvSpPr/>
          <p:nvPr>
            <p:custDataLst>
              <p:tags r:id="rId16"/>
            </p:custDataLst>
          </p:nvPr>
        </p:nvSpPr>
        <p:spPr>
          <a:xfrm>
            <a:off x="1078865" y="2063260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4700533" y="1268768"/>
            <a:ext cx="27076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《电力市场监管办法》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8293919" y="1195825"/>
            <a:ext cx="33102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《加快构建新型电力系统行动方案(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2024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2027年)》</a:t>
            </a:r>
          </a:p>
        </p:txBody>
      </p:sp>
      <p:cxnSp>
        <p:nvCxnSpPr>
          <p:cNvPr id="137" name="直接连接符 136"/>
          <p:cNvCxnSpPr/>
          <p:nvPr>
            <p:custDataLst>
              <p:tags r:id="rId17"/>
            </p:custDataLst>
          </p:nvPr>
        </p:nvCxnSpPr>
        <p:spPr>
          <a:xfrm flipH="1">
            <a:off x="5699065" y="2228111"/>
            <a:ext cx="9525" cy="1080000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38" name="文本框 137"/>
          <p:cNvSpPr txBox="1"/>
          <p:nvPr/>
        </p:nvSpPr>
        <p:spPr>
          <a:xfrm>
            <a:off x="804545" y="1250967"/>
            <a:ext cx="3568238" cy="3291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《关于进一步强化碳达峰碳中和标准计量体系建设行动方案（2024—2025 年）》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5203915" y="1030643"/>
            <a:ext cx="17202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2024/5/8-国家发改委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8436159" y="957700"/>
            <a:ext cx="26416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2024/8/6-国家发改委、国家能源局等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1101564" y="956303"/>
            <a:ext cx="2926715" cy="378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2024/8/8-国家发改委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4897378" y="1571135"/>
            <a:ext cx="3263899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明确新增虚拟电厂作为电力交易主体，为灵活性资源提供进入市场的机会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‌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8418379" y="1632070"/>
            <a:ext cx="3032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为虚拟电厂的长期发展提供了明确的路线图和时间表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821690" y="1686953"/>
            <a:ext cx="42729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首次构建覆盖碳核算、能效、碳足迹的全链条标准体系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903141" y="5175021"/>
            <a:ext cx="275366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《关于开展零碳园区建设的通知》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781589" y="5490951"/>
            <a:ext cx="2890648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我国首个国家级零碳园区建设纲领性文件，从绿电直连、能效提升、循环经济等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 8 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个维度部署重点任务，为全国园区低碳化转型提供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 “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施工图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”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4825306" y="3467989"/>
            <a:ext cx="26638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2025/9/9-国家发改委</a:t>
            </a:r>
            <a:r>
              <a:rPr lang="zh-CN" altLang="en-US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、国家能源局</a:t>
            </a:r>
          </a:p>
        </p:txBody>
      </p:sp>
      <p:sp>
        <p:nvSpPr>
          <p:cNvPr id="171" name="椭圆 170"/>
          <p:cNvSpPr/>
          <p:nvPr>
            <p:custDataLst>
              <p:tags r:id="rId18"/>
            </p:custDataLst>
          </p:nvPr>
        </p:nvSpPr>
        <p:spPr>
          <a:xfrm>
            <a:off x="4825306" y="2004453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172" name="椭圆 171"/>
          <p:cNvSpPr/>
          <p:nvPr>
            <p:custDataLst>
              <p:tags r:id="rId19"/>
            </p:custDataLst>
          </p:nvPr>
        </p:nvSpPr>
        <p:spPr>
          <a:xfrm>
            <a:off x="5630485" y="2063646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604067" y="3760019"/>
            <a:ext cx="37617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《关于有序推动绿电直连发展有关事项的通知》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732199" y="3500171"/>
            <a:ext cx="28276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2025/05/21-国家发改委、国家能源局</a:t>
            </a:r>
          </a:p>
        </p:txBody>
      </p:sp>
      <p:sp>
        <p:nvSpPr>
          <p:cNvPr id="175" name="文本框 174"/>
          <p:cNvSpPr txBox="1"/>
          <p:nvPr/>
        </p:nvSpPr>
        <p:spPr>
          <a:xfrm>
            <a:off x="645850" y="4121003"/>
            <a:ext cx="387332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明确绿电直连项目与电网之间物理和责任边界，原则上可整体参与电力市场交易，倡导绿色友好、权责对等、源荷匹配原则，提升新能源就近就地消纳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20"/>
            </p:custDataLst>
          </p:nvPr>
        </p:nvCxnSpPr>
        <p:spPr>
          <a:xfrm flipV="1">
            <a:off x="8244686" y="1296877"/>
            <a:ext cx="0" cy="720090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77" name="椭圆 176"/>
          <p:cNvSpPr/>
          <p:nvPr>
            <p:custDataLst>
              <p:tags r:id="rId21"/>
            </p:custDataLst>
          </p:nvPr>
        </p:nvSpPr>
        <p:spPr>
          <a:xfrm>
            <a:off x="8193886" y="1974422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cxnSp>
        <p:nvCxnSpPr>
          <p:cNvPr id="178" name="直接连接符 177"/>
          <p:cNvCxnSpPr/>
          <p:nvPr>
            <p:custDataLst>
              <p:tags r:id="rId22"/>
            </p:custDataLst>
          </p:nvPr>
        </p:nvCxnSpPr>
        <p:spPr>
          <a:xfrm>
            <a:off x="7239699" y="4982512"/>
            <a:ext cx="0" cy="1073015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79" name="椭圆 178"/>
          <p:cNvSpPr/>
          <p:nvPr>
            <p:custDataLst>
              <p:tags r:id="rId23"/>
            </p:custDataLst>
          </p:nvPr>
        </p:nvSpPr>
        <p:spPr>
          <a:xfrm>
            <a:off x="7167858" y="4853607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24"/>
            </p:custDataLst>
          </p:nvPr>
        </p:nvCxnSpPr>
        <p:spPr>
          <a:xfrm>
            <a:off x="8318641" y="3796347"/>
            <a:ext cx="0" cy="1079500"/>
          </a:xfrm>
          <a:prstGeom prst="line">
            <a:avLst/>
          </a:prstGeom>
          <a:noFill/>
          <a:ln w="25400" cap="flat" cmpd="sng" algn="ctr">
            <a:gradFill>
              <a:gsLst>
                <a:gs pos="9000">
                  <a:srgbClr val="376FFF">
                    <a:lumMod val="60000"/>
                    <a:lumOff val="40000"/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  <a:alpha val="6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81" name="椭圆 180"/>
          <p:cNvSpPr/>
          <p:nvPr>
            <p:custDataLst>
              <p:tags r:id="rId25"/>
            </p:custDataLst>
          </p:nvPr>
        </p:nvSpPr>
        <p:spPr>
          <a:xfrm>
            <a:off x="8408255" y="4772342"/>
            <a:ext cx="144145" cy="144145"/>
          </a:xfrm>
          <a:prstGeom prst="ellipse">
            <a:avLst/>
          </a:prstGeom>
          <a:solidFill>
            <a:srgbClr val="376FFF"/>
          </a:solidFill>
          <a:ln w="444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3926075" y="4972413"/>
            <a:ext cx="17825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2025/12/30-国家发改委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3714984" y="5192285"/>
            <a:ext cx="344437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《关于促进电网高质量发展的指导意见》</a:t>
            </a:r>
          </a:p>
        </p:txBody>
      </p:sp>
      <p:sp>
        <p:nvSpPr>
          <p:cNvPr id="184" name="文本框 183"/>
          <p:cNvSpPr txBox="1"/>
          <p:nvPr/>
        </p:nvSpPr>
        <p:spPr>
          <a:xfrm>
            <a:off x="3756089" y="5481821"/>
            <a:ext cx="34032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将虚拟电厂列为电力新业态，明确要求电网提升对其的公平开放水平，优化并网接入标准和管理流程，同时提出构建主配微协同的新型电网平台，为虚拟电厂参与电力系统运行、并网调控提供基础设施和制度支撑</a:t>
            </a:r>
          </a:p>
        </p:txBody>
      </p:sp>
      <p:sp>
        <p:nvSpPr>
          <p:cNvPr id="185" name="文本框 184"/>
          <p:cNvSpPr txBox="1"/>
          <p:nvPr/>
        </p:nvSpPr>
        <p:spPr>
          <a:xfrm>
            <a:off x="7544901" y="4992921"/>
            <a:ext cx="17825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2026/2/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11</a:t>
            </a: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-</a:t>
            </a:r>
            <a:r>
              <a:rPr lang="zh-CN" altLang="en-US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国务院办公厅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7320044" y="5202506"/>
            <a:ext cx="428412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《关于完善全国统一电力市场体系的实施意见》</a:t>
            </a:r>
          </a:p>
        </p:txBody>
      </p:sp>
      <p:sp>
        <p:nvSpPr>
          <p:cNvPr id="187" name="文本框 186"/>
          <p:cNvSpPr txBox="1"/>
          <p:nvPr/>
        </p:nvSpPr>
        <p:spPr>
          <a:xfrm>
            <a:off x="7239699" y="5518735"/>
            <a:ext cx="4508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推动虚拟电厂与智能微电网、可调节负荷等新型经营主体灵活参与电力市场，同时要求加快制修订其运行监控、并网运行等配套标准，明确其需公平承担输配电费用、系统调节责任等，引导规范运营、健康发展</a:t>
            </a:r>
          </a:p>
        </p:txBody>
      </p:sp>
      <p:sp>
        <p:nvSpPr>
          <p:cNvPr id="2" name="矩形 1"/>
          <p:cNvSpPr/>
          <p:nvPr/>
        </p:nvSpPr>
        <p:spPr>
          <a:xfrm>
            <a:off x="8338031" y="3683638"/>
            <a:ext cx="35561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关于有序推动多用户绿电直连发展有关事项的通知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》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5184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一、虚拟电厂价值定位</a:t>
            </a:r>
          </a:p>
        </p:txBody>
      </p:sp>
      <p:sp>
        <p:nvSpPr>
          <p:cNvPr id="168" name="标题 1"/>
          <p:cNvSpPr>
            <a:spLocks noGrp="1"/>
          </p:cNvSpPr>
          <p:nvPr/>
        </p:nvSpPr>
        <p:spPr>
          <a:xfrm>
            <a:off x="6432550" y="113521"/>
            <a:ext cx="5580380" cy="396240"/>
          </a:xfrm>
          <a:solidFill>
            <a:srgbClr val="0070C0"/>
          </a:solidFill>
        </p:spPr>
        <p:txBody>
          <a:bodyPr tIns="71755" anchor="ctr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rgbClr val="0060B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r"/>
            <a:endParaRPr lang="zh-CN" sz="2400" dirty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5495290" y="2319020"/>
            <a:ext cx="9645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电网侧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3177540" y="2319020"/>
            <a:ext cx="9645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用电侧</a:t>
            </a:r>
          </a:p>
        </p:txBody>
      </p:sp>
      <p:sp>
        <p:nvSpPr>
          <p:cNvPr id="108" name="矩形 107"/>
          <p:cNvSpPr/>
          <p:nvPr/>
        </p:nvSpPr>
        <p:spPr>
          <a:xfrm>
            <a:off x="5109845" y="2621915"/>
            <a:ext cx="1827530" cy="666750"/>
          </a:xfrm>
          <a:prstGeom prst="rect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5497830" y="2722245"/>
            <a:ext cx="1065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服务电网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稳定运行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5075555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具备电网调峰能力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5547995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提供电网调频服务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6028690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提供负荷备用服务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6508750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助力缓解电网阻塞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3030220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提供参与市场机遇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3509010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提供用户节能服务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3987800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提供应急电源服务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1365885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助力分布式电源管理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1856740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提供清洁</a:t>
            </a:r>
            <a:r>
              <a:rPr lang="zh-CN" altLang="en-US" sz="1600" kern="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</a:rPr>
              <a:t>消纳能力</a:t>
            </a: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573645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促进市场多元竞争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8052435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保障系统价格稳定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8527415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助力分布式能源监管</a:t>
            </a:r>
          </a:p>
        </p:txBody>
      </p:sp>
      <p:sp>
        <p:nvSpPr>
          <p:cNvPr id="122" name="文本框 121"/>
          <p:cNvSpPr txBox="1"/>
          <p:nvPr/>
        </p:nvSpPr>
        <p:spPr>
          <a:xfrm>
            <a:off x="9632950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创造全产业链效益</a:t>
            </a:r>
          </a:p>
        </p:txBody>
      </p:sp>
      <p:sp>
        <p:nvSpPr>
          <p:cNvPr id="123" name="文本框 122"/>
          <p:cNvSpPr txBox="1"/>
          <p:nvPr/>
        </p:nvSpPr>
        <p:spPr>
          <a:xfrm>
            <a:off x="10125075" y="3555365"/>
            <a:ext cx="428625" cy="1948815"/>
          </a:xfrm>
          <a:prstGeom prst="rect">
            <a:avLst/>
          </a:prstGeom>
          <a:solidFill>
            <a:srgbClr val="0054A8"/>
          </a:solidFill>
        </p:spPr>
        <p:txBody>
          <a:bodyPr vert="ea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提供衍生增值服务</a:t>
            </a:r>
          </a:p>
        </p:txBody>
      </p:sp>
      <p:sp>
        <p:nvSpPr>
          <p:cNvPr id="124" name="矩形 123"/>
          <p:cNvSpPr/>
          <p:nvPr/>
        </p:nvSpPr>
        <p:spPr>
          <a:xfrm>
            <a:off x="3023870" y="2621915"/>
            <a:ext cx="1392555" cy="666750"/>
          </a:xfrm>
          <a:prstGeom prst="rect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365885" y="2621915"/>
            <a:ext cx="977265" cy="666750"/>
          </a:xfrm>
          <a:prstGeom prst="rect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7611110" y="2621915"/>
            <a:ext cx="1392555" cy="666750"/>
          </a:xfrm>
          <a:prstGeom prst="rect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9632950" y="2621915"/>
            <a:ext cx="1016635" cy="666750"/>
          </a:xfrm>
          <a:prstGeom prst="rect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3187065" y="2722245"/>
            <a:ext cx="1065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保证优质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供电服务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1312545" y="2709545"/>
            <a:ext cx="1065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保障电源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并网消纳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7755890" y="2709545"/>
            <a:ext cx="1065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降低系统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运行成本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9584055" y="2709545"/>
            <a:ext cx="1065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创造综合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产业收益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1378585" y="2319020"/>
            <a:ext cx="964565" cy="303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发电侧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7774305" y="2319020"/>
            <a:ext cx="9645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监管侧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9692640" y="2319020"/>
            <a:ext cx="964565" cy="304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产业侧</a:t>
            </a:r>
          </a:p>
        </p:txBody>
      </p:sp>
      <p:sp>
        <p:nvSpPr>
          <p:cNvPr id="138" name="矩形 137"/>
          <p:cNvSpPr/>
          <p:nvPr/>
        </p:nvSpPr>
        <p:spPr>
          <a:xfrm>
            <a:off x="1311275" y="5847715"/>
            <a:ext cx="9224010" cy="486410"/>
          </a:xfrm>
          <a:prstGeom prst="rect">
            <a:avLst/>
          </a:prstGeom>
          <a:solidFill>
            <a:srgbClr val="F89645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4592320" y="5890895"/>
            <a:ext cx="2661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虚拟电厂</a:t>
            </a:r>
          </a:p>
        </p:txBody>
      </p:sp>
      <p:cxnSp>
        <p:nvCxnSpPr>
          <p:cNvPr id="140" name="直接箭头连接符 40"/>
          <p:cNvCxnSpPr>
            <a:stCxn id="110" idx="2"/>
          </p:cNvCxnSpPr>
          <p:nvPr/>
        </p:nvCxnSpPr>
        <p:spPr>
          <a:xfrm>
            <a:off x="5290185" y="5504180"/>
            <a:ext cx="18415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41" name="直接箭头连接符 43"/>
          <p:cNvCxnSpPr/>
          <p:nvPr/>
        </p:nvCxnSpPr>
        <p:spPr>
          <a:xfrm>
            <a:off x="5779770" y="5504180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42" name="直接箭头连接符 44"/>
          <p:cNvCxnSpPr/>
          <p:nvPr/>
        </p:nvCxnSpPr>
        <p:spPr>
          <a:xfrm>
            <a:off x="6248400" y="5504180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43" name="直接箭头连接符 45"/>
          <p:cNvCxnSpPr/>
          <p:nvPr/>
        </p:nvCxnSpPr>
        <p:spPr>
          <a:xfrm>
            <a:off x="6721475" y="5504180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44" name="直接箭头连接符 46"/>
          <p:cNvCxnSpPr/>
          <p:nvPr/>
        </p:nvCxnSpPr>
        <p:spPr>
          <a:xfrm>
            <a:off x="3253105" y="5499735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45" name="直接箭头连接符 47"/>
          <p:cNvCxnSpPr/>
          <p:nvPr/>
        </p:nvCxnSpPr>
        <p:spPr>
          <a:xfrm>
            <a:off x="3721735" y="5499735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46" name="直接箭头连接符 48"/>
          <p:cNvCxnSpPr/>
          <p:nvPr/>
        </p:nvCxnSpPr>
        <p:spPr>
          <a:xfrm>
            <a:off x="4194810" y="5499735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69" name="直接箭头连接符 49"/>
          <p:cNvCxnSpPr/>
          <p:nvPr/>
        </p:nvCxnSpPr>
        <p:spPr>
          <a:xfrm>
            <a:off x="7815580" y="5499735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71" name="直接箭头连接符 50"/>
          <p:cNvCxnSpPr/>
          <p:nvPr/>
        </p:nvCxnSpPr>
        <p:spPr>
          <a:xfrm>
            <a:off x="8284845" y="5499735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72" name="直接箭头连接符 51"/>
          <p:cNvCxnSpPr/>
          <p:nvPr/>
        </p:nvCxnSpPr>
        <p:spPr>
          <a:xfrm>
            <a:off x="8757285" y="5499735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73" name="直接箭头连接符 52"/>
          <p:cNvCxnSpPr/>
          <p:nvPr/>
        </p:nvCxnSpPr>
        <p:spPr>
          <a:xfrm>
            <a:off x="1589405" y="5497830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74" name="直接箭头连接符 53"/>
          <p:cNvCxnSpPr/>
          <p:nvPr/>
        </p:nvCxnSpPr>
        <p:spPr>
          <a:xfrm>
            <a:off x="2061845" y="5497830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75" name="直接箭头连接符 54"/>
          <p:cNvCxnSpPr/>
          <p:nvPr/>
        </p:nvCxnSpPr>
        <p:spPr>
          <a:xfrm>
            <a:off x="9883775" y="5501640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cxnSp>
        <p:nvCxnSpPr>
          <p:cNvPr id="176" name="直接箭头连接符 55"/>
          <p:cNvCxnSpPr/>
          <p:nvPr/>
        </p:nvCxnSpPr>
        <p:spPr>
          <a:xfrm>
            <a:off x="10356850" y="5501640"/>
            <a:ext cx="0" cy="311150"/>
          </a:xfrm>
          <a:prstGeom prst="straightConnector1">
            <a:avLst/>
          </a:prstGeom>
          <a:noFill/>
          <a:ln w="19050" cap="flat" cmpd="sng" algn="ctr">
            <a:solidFill>
              <a:srgbClr val="F89645"/>
            </a:solidFill>
            <a:prstDash val="sysDash"/>
            <a:headEnd type="arrow" w="med" len="med"/>
            <a:tailEnd type="arrow" w="med" len="med"/>
          </a:ln>
          <a:effectLst/>
        </p:spPr>
      </p:cxnSp>
      <p:sp>
        <p:nvSpPr>
          <p:cNvPr id="177" name="椭圆 176"/>
          <p:cNvSpPr/>
          <p:nvPr/>
        </p:nvSpPr>
        <p:spPr>
          <a:xfrm>
            <a:off x="5645150" y="1751330"/>
            <a:ext cx="677545" cy="612775"/>
          </a:xfrm>
          <a:prstGeom prst="ellipse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椭圆 177"/>
          <p:cNvSpPr/>
          <p:nvPr/>
        </p:nvSpPr>
        <p:spPr>
          <a:xfrm>
            <a:off x="3352165" y="1751330"/>
            <a:ext cx="677545" cy="612775"/>
          </a:xfrm>
          <a:prstGeom prst="ellipse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椭圆 178"/>
          <p:cNvSpPr/>
          <p:nvPr/>
        </p:nvSpPr>
        <p:spPr>
          <a:xfrm>
            <a:off x="1483360" y="1751330"/>
            <a:ext cx="677545" cy="612775"/>
          </a:xfrm>
          <a:prstGeom prst="ellipse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椭圆 179"/>
          <p:cNvSpPr/>
          <p:nvPr/>
        </p:nvSpPr>
        <p:spPr>
          <a:xfrm>
            <a:off x="7896860" y="1751330"/>
            <a:ext cx="677545" cy="612775"/>
          </a:xfrm>
          <a:prstGeom prst="ellipse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椭圆 180"/>
          <p:cNvSpPr/>
          <p:nvPr/>
        </p:nvSpPr>
        <p:spPr>
          <a:xfrm>
            <a:off x="9831705" y="1751330"/>
            <a:ext cx="677545" cy="612775"/>
          </a:xfrm>
          <a:prstGeom prst="ellipse">
            <a:avLst/>
          </a:prstGeom>
          <a:solidFill>
            <a:srgbClr val="0054A8"/>
          </a:solidFill>
          <a:ln w="25400" cap="flat" cmpd="sng" algn="ctr">
            <a:noFill/>
            <a:prstDash val="sysDash"/>
          </a:ln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2" name="图片 18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0" y="1878965"/>
            <a:ext cx="414020" cy="374650"/>
          </a:xfrm>
          <a:prstGeom prst="rect">
            <a:avLst/>
          </a:prstGeom>
        </p:spPr>
      </p:pic>
      <p:pic>
        <p:nvPicPr>
          <p:cNvPr id="183" name="图片 18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120" y="1898015"/>
            <a:ext cx="436245" cy="320675"/>
          </a:xfrm>
          <a:prstGeom prst="rect">
            <a:avLst/>
          </a:prstGeom>
        </p:spPr>
      </p:pic>
      <p:pic>
        <p:nvPicPr>
          <p:cNvPr id="184" name="图片 18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" y="1878965"/>
            <a:ext cx="442595" cy="400685"/>
          </a:xfrm>
          <a:prstGeom prst="rect">
            <a:avLst/>
          </a:prstGeom>
        </p:spPr>
      </p:pic>
      <p:pic>
        <p:nvPicPr>
          <p:cNvPr id="185" name="图片 18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350" y="1818005"/>
            <a:ext cx="516890" cy="467995"/>
          </a:xfrm>
          <a:prstGeom prst="rect">
            <a:avLst/>
          </a:prstGeom>
        </p:spPr>
      </p:pic>
      <p:pic>
        <p:nvPicPr>
          <p:cNvPr id="186" name="图片 18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610" y="1889125"/>
            <a:ext cx="372110" cy="336550"/>
          </a:xfrm>
          <a:prstGeom prst="rect">
            <a:avLst/>
          </a:prstGeom>
        </p:spPr>
      </p:pic>
      <p:cxnSp>
        <p:nvCxnSpPr>
          <p:cNvPr id="187" name="直接连接符 68"/>
          <p:cNvCxnSpPr>
            <a:endCxn id="110" idx="0"/>
          </p:cNvCxnSpPr>
          <p:nvPr/>
        </p:nvCxnSpPr>
        <p:spPr>
          <a:xfrm flipH="1">
            <a:off x="5290185" y="3288665"/>
            <a:ext cx="254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88" name="直接连接符 69"/>
          <p:cNvCxnSpPr/>
          <p:nvPr/>
        </p:nvCxnSpPr>
        <p:spPr>
          <a:xfrm>
            <a:off x="5776595" y="328866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89" name="直接连接符 70"/>
          <p:cNvCxnSpPr/>
          <p:nvPr/>
        </p:nvCxnSpPr>
        <p:spPr>
          <a:xfrm>
            <a:off x="6270625" y="329120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0" name="直接连接符 71"/>
          <p:cNvCxnSpPr/>
          <p:nvPr/>
        </p:nvCxnSpPr>
        <p:spPr>
          <a:xfrm>
            <a:off x="6740525" y="329120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1" name="直接连接符 72"/>
          <p:cNvCxnSpPr/>
          <p:nvPr/>
        </p:nvCxnSpPr>
        <p:spPr>
          <a:xfrm>
            <a:off x="3265170" y="328612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2" name="直接连接符 73"/>
          <p:cNvCxnSpPr/>
          <p:nvPr/>
        </p:nvCxnSpPr>
        <p:spPr>
          <a:xfrm>
            <a:off x="3735070" y="328612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3" name="直接连接符 74"/>
          <p:cNvCxnSpPr/>
          <p:nvPr/>
        </p:nvCxnSpPr>
        <p:spPr>
          <a:xfrm>
            <a:off x="4229100" y="328866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4" name="直接连接符 76"/>
          <p:cNvCxnSpPr/>
          <p:nvPr/>
        </p:nvCxnSpPr>
        <p:spPr>
          <a:xfrm>
            <a:off x="7771130" y="3284220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5" name="直接连接符 77"/>
          <p:cNvCxnSpPr/>
          <p:nvPr/>
        </p:nvCxnSpPr>
        <p:spPr>
          <a:xfrm>
            <a:off x="8240395" y="3284220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6" name="直接连接符 78"/>
          <p:cNvCxnSpPr/>
          <p:nvPr/>
        </p:nvCxnSpPr>
        <p:spPr>
          <a:xfrm>
            <a:off x="8734425" y="328612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7" name="直接连接符 80"/>
          <p:cNvCxnSpPr/>
          <p:nvPr/>
        </p:nvCxnSpPr>
        <p:spPr>
          <a:xfrm>
            <a:off x="9857740" y="328866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8" name="直接连接符 81"/>
          <p:cNvCxnSpPr/>
          <p:nvPr/>
        </p:nvCxnSpPr>
        <p:spPr>
          <a:xfrm>
            <a:off x="10351770" y="329120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199" name="直接连接符 82"/>
          <p:cNvCxnSpPr/>
          <p:nvPr/>
        </p:nvCxnSpPr>
        <p:spPr>
          <a:xfrm>
            <a:off x="1595755" y="3284220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cxnSp>
        <p:nvCxnSpPr>
          <p:cNvPr id="200" name="直接连接符 83"/>
          <p:cNvCxnSpPr/>
          <p:nvPr/>
        </p:nvCxnSpPr>
        <p:spPr>
          <a:xfrm>
            <a:off x="2089785" y="3286125"/>
            <a:ext cx="0" cy="266700"/>
          </a:xfrm>
          <a:prstGeom prst="line">
            <a:avLst/>
          </a:prstGeom>
          <a:noFill/>
          <a:ln w="9525" cap="flat" cmpd="sng" algn="ctr">
            <a:solidFill>
              <a:srgbClr val="0054A8"/>
            </a:solidFill>
            <a:prstDash val="solid"/>
          </a:ln>
          <a:effectLst/>
        </p:spPr>
      </p:cxnSp>
      <p:sp>
        <p:nvSpPr>
          <p:cNvPr id="201" name="文本框 200"/>
          <p:cNvSpPr txBox="1"/>
          <p:nvPr/>
        </p:nvSpPr>
        <p:spPr>
          <a:xfrm>
            <a:off x="320041" y="749643"/>
            <a:ext cx="11551920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虚拟电厂对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促进电网供需平衡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，实现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分布式能源低成本并网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，充分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消纳清洁能源发电量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推动绿色能源转型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具有重大的现实意义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 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61460" y="2967335"/>
            <a:ext cx="40690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3200" b="1" dirty="0">
                <a:solidFill>
                  <a:srgbClr val="1F2937"/>
                </a:solidFill>
                <a:latin typeface="PingFang SC" panose="020B0400000000000000" charset="-122"/>
                <a:ea typeface="PingFang SC" panose="020B0400000000000000" charset="-122"/>
              </a:rPr>
              <a:t>二、</a:t>
            </a:r>
            <a:r>
              <a:rPr lang="zh-CN" sz="3200" b="1" dirty="0">
                <a:solidFill>
                  <a:srgbClr val="1F2937"/>
                </a:solidFill>
                <a:latin typeface="PingFang SC" panose="020B0400000000000000" charset="-122"/>
                <a:ea typeface="PingFang SC" panose="020B0400000000000000" charset="-122"/>
              </a:rPr>
              <a:t>虚拟电厂</a:t>
            </a:r>
            <a:r>
              <a:rPr lang="zh-CN" altLang="en-US" sz="3200" b="1" dirty="0">
                <a:solidFill>
                  <a:srgbClr val="1F2937"/>
                </a:solidFill>
                <a:latin typeface="PingFang SC" panose="020B0400000000000000" charset="-122"/>
                <a:ea typeface="PingFang SC" panose="020B0400000000000000" charset="-122"/>
              </a:rPr>
              <a:t>业务介绍</a:t>
            </a:r>
            <a:endParaRPr lang="zh-CN" sz="3200" b="1" dirty="0">
              <a:solidFill>
                <a:srgbClr val="1F293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344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二、虚拟电厂架构总成</a:t>
            </a:r>
          </a:p>
        </p:txBody>
      </p:sp>
      <p:sp>
        <p:nvSpPr>
          <p:cNvPr id="168" name="标题 1"/>
          <p:cNvSpPr>
            <a:spLocks noGrp="1"/>
          </p:cNvSpPr>
          <p:nvPr/>
        </p:nvSpPr>
        <p:spPr>
          <a:xfrm>
            <a:off x="6432550" y="106376"/>
            <a:ext cx="5580380" cy="396240"/>
          </a:xfrm>
          <a:solidFill>
            <a:srgbClr val="0070C0"/>
          </a:solidFill>
        </p:spPr>
        <p:txBody>
          <a:bodyPr tIns="71755" anchor="ctr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rgbClr val="0060B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r"/>
            <a:endParaRPr lang="zh-CN" sz="2400" dirty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273685" y="4145313"/>
            <a:ext cx="11682095" cy="9823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/>
          <p:cNvSpPr txBox="1"/>
          <p:nvPr/>
        </p:nvSpPr>
        <p:spPr>
          <a:xfrm>
            <a:off x="273685" y="4352323"/>
            <a:ext cx="890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IOT</a:t>
            </a:r>
          </a:p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平台层</a:t>
            </a:r>
          </a:p>
        </p:txBody>
      </p:sp>
      <p:sp>
        <p:nvSpPr>
          <p:cNvPr id="125" name="矩形 124"/>
          <p:cNvSpPr/>
          <p:nvPr/>
        </p:nvSpPr>
        <p:spPr>
          <a:xfrm>
            <a:off x="1731010" y="4497738"/>
            <a:ext cx="1087755" cy="2895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数据接收</a:t>
            </a:r>
          </a:p>
        </p:txBody>
      </p:sp>
      <p:sp>
        <p:nvSpPr>
          <p:cNvPr id="126" name="矩形 125"/>
          <p:cNvSpPr/>
          <p:nvPr/>
        </p:nvSpPr>
        <p:spPr>
          <a:xfrm>
            <a:off x="3177540" y="4502818"/>
            <a:ext cx="1087120" cy="2895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数据处理</a:t>
            </a:r>
          </a:p>
        </p:txBody>
      </p:sp>
      <p:sp>
        <p:nvSpPr>
          <p:cNvPr id="127" name="矩形 126"/>
          <p:cNvSpPr/>
          <p:nvPr/>
        </p:nvSpPr>
        <p:spPr>
          <a:xfrm>
            <a:off x="4626610" y="4494563"/>
            <a:ext cx="1087120" cy="29337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数据存储</a:t>
            </a:r>
          </a:p>
        </p:txBody>
      </p:sp>
      <p:sp>
        <p:nvSpPr>
          <p:cNvPr id="128" name="矩形 127"/>
          <p:cNvSpPr/>
          <p:nvPr/>
        </p:nvSpPr>
        <p:spPr>
          <a:xfrm>
            <a:off x="6089015" y="4474878"/>
            <a:ext cx="1087755" cy="3175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数据输出</a:t>
            </a:r>
          </a:p>
        </p:txBody>
      </p:sp>
      <p:sp>
        <p:nvSpPr>
          <p:cNvPr id="129" name="矩形 128"/>
          <p:cNvSpPr/>
          <p:nvPr/>
        </p:nvSpPr>
        <p:spPr>
          <a:xfrm>
            <a:off x="8693785" y="4195478"/>
            <a:ext cx="1177290" cy="89471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8866505" y="4444398"/>
            <a:ext cx="864235" cy="177165"/>
          </a:xfrm>
          <a:prstGeom prst="rect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/>
              <a:t>电价预测</a:t>
            </a:r>
          </a:p>
        </p:txBody>
      </p:sp>
      <p:sp>
        <p:nvSpPr>
          <p:cNvPr id="131" name="矩形 130"/>
          <p:cNvSpPr/>
          <p:nvPr/>
        </p:nvSpPr>
        <p:spPr>
          <a:xfrm>
            <a:off x="8865870" y="4851433"/>
            <a:ext cx="864870" cy="212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/>
              <a:t>调控策略预测</a:t>
            </a:r>
          </a:p>
        </p:txBody>
      </p:sp>
      <p:sp>
        <p:nvSpPr>
          <p:cNvPr id="132" name="矩形 131"/>
          <p:cNvSpPr/>
          <p:nvPr/>
        </p:nvSpPr>
        <p:spPr>
          <a:xfrm>
            <a:off x="8865870" y="4238023"/>
            <a:ext cx="864235" cy="17335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/>
              <a:t>设备数据</a:t>
            </a:r>
          </a:p>
        </p:txBody>
      </p:sp>
      <p:sp>
        <p:nvSpPr>
          <p:cNvPr id="133" name="上箭头 217"/>
          <p:cNvSpPr/>
          <p:nvPr/>
        </p:nvSpPr>
        <p:spPr>
          <a:xfrm rot="5400000">
            <a:off x="8058150" y="4557428"/>
            <a:ext cx="217170" cy="241935"/>
          </a:xfrm>
          <a:prstGeom prst="up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/>
          <p:cNvSpPr/>
          <p:nvPr/>
        </p:nvSpPr>
        <p:spPr>
          <a:xfrm>
            <a:off x="273050" y="5424203"/>
            <a:ext cx="7604760" cy="4845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/>
          <p:cNvSpPr txBox="1"/>
          <p:nvPr/>
        </p:nvSpPr>
        <p:spPr>
          <a:xfrm>
            <a:off x="273685" y="5412138"/>
            <a:ext cx="1149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网关接入层</a:t>
            </a:r>
          </a:p>
          <a:p>
            <a:pPr algn="ctr"/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</a:p>
        </p:txBody>
      </p:sp>
      <p:sp>
        <p:nvSpPr>
          <p:cNvPr id="136" name="矩形 135"/>
          <p:cNvSpPr/>
          <p:nvPr/>
        </p:nvSpPr>
        <p:spPr>
          <a:xfrm>
            <a:off x="1732280" y="5485798"/>
            <a:ext cx="1087120" cy="3524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设备连接</a:t>
            </a:r>
          </a:p>
        </p:txBody>
      </p:sp>
      <p:sp>
        <p:nvSpPr>
          <p:cNvPr id="137" name="矩形 136"/>
          <p:cNvSpPr/>
          <p:nvPr/>
        </p:nvSpPr>
        <p:spPr>
          <a:xfrm>
            <a:off x="2970530" y="5485798"/>
            <a:ext cx="1087120" cy="3524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数据采集</a:t>
            </a:r>
          </a:p>
        </p:txBody>
      </p:sp>
      <p:sp>
        <p:nvSpPr>
          <p:cNvPr id="138" name="矩形 137"/>
          <p:cNvSpPr/>
          <p:nvPr/>
        </p:nvSpPr>
        <p:spPr>
          <a:xfrm>
            <a:off x="4191635" y="5485798"/>
            <a:ext cx="1087120" cy="3524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协议转换</a:t>
            </a:r>
          </a:p>
        </p:txBody>
      </p:sp>
      <p:sp>
        <p:nvSpPr>
          <p:cNvPr id="139" name="上箭头 230"/>
          <p:cNvSpPr/>
          <p:nvPr/>
        </p:nvSpPr>
        <p:spPr>
          <a:xfrm>
            <a:off x="4128135" y="5144803"/>
            <a:ext cx="217170" cy="241935"/>
          </a:xfrm>
          <a:prstGeom prst="up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文本框 139"/>
          <p:cNvSpPr txBox="1"/>
          <p:nvPr/>
        </p:nvSpPr>
        <p:spPr>
          <a:xfrm>
            <a:off x="4344670" y="5116228"/>
            <a:ext cx="7956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accent1"/>
                </a:solidFill>
              </a:rPr>
              <a:t>MQTT</a:t>
            </a:r>
          </a:p>
        </p:txBody>
      </p:sp>
      <p:sp>
        <p:nvSpPr>
          <p:cNvPr id="141" name="上箭头 232"/>
          <p:cNvSpPr/>
          <p:nvPr/>
        </p:nvSpPr>
        <p:spPr>
          <a:xfrm>
            <a:off x="9938385" y="5219098"/>
            <a:ext cx="318770" cy="913130"/>
          </a:xfrm>
          <a:prstGeom prst="up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10230485" y="5520723"/>
            <a:ext cx="6000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1"/>
                </a:solidFill>
              </a:rPr>
              <a:t>爬虫</a:t>
            </a:r>
          </a:p>
        </p:txBody>
      </p:sp>
      <p:pic>
        <p:nvPicPr>
          <p:cNvPr id="143" name="图片 142" descr="人-头像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/>
          <a:stretch>
            <a:fillRect/>
          </a:stretch>
        </p:blipFill>
        <p:spPr>
          <a:xfrm>
            <a:off x="5139690" y="4855878"/>
            <a:ext cx="183515" cy="183515"/>
          </a:xfrm>
          <a:prstGeom prst="rect">
            <a:avLst/>
          </a:prstGeom>
        </p:spPr>
      </p:pic>
      <p:pic>
        <p:nvPicPr>
          <p:cNvPr id="144" name="图片 143" descr="人-头像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/>
          <a:stretch>
            <a:fillRect/>
          </a:stretch>
        </p:blipFill>
        <p:spPr>
          <a:xfrm>
            <a:off x="10647680" y="5421663"/>
            <a:ext cx="183515" cy="183515"/>
          </a:xfrm>
          <a:prstGeom prst="rect">
            <a:avLst/>
          </a:prstGeom>
        </p:spPr>
      </p:pic>
      <p:sp>
        <p:nvSpPr>
          <p:cNvPr id="145" name="上箭头 241"/>
          <p:cNvSpPr/>
          <p:nvPr/>
        </p:nvSpPr>
        <p:spPr>
          <a:xfrm>
            <a:off x="6593840" y="5144803"/>
            <a:ext cx="217170" cy="241935"/>
          </a:xfrm>
          <a:prstGeom prst="up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6" name="直接连接符 145"/>
          <p:cNvCxnSpPr/>
          <p:nvPr/>
        </p:nvCxnSpPr>
        <p:spPr>
          <a:xfrm>
            <a:off x="5665470" y="5424838"/>
            <a:ext cx="3175" cy="509270"/>
          </a:xfrm>
          <a:prstGeom prst="line">
            <a:avLst/>
          </a:prstGeom>
          <a:solidFill>
            <a:srgbClr val="00B050"/>
          </a:solidFill>
          <a:ln w="12700" cap="flat" cmpd="sng" algn="ctr">
            <a:solidFill>
              <a:schemeClr val="bg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7" name="矩形 146"/>
          <p:cNvSpPr/>
          <p:nvPr/>
        </p:nvSpPr>
        <p:spPr>
          <a:xfrm>
            <a:off x="6158865" y="5485798"/>
            <a:ext cx="1087120" cy="3524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第三方</a:t>
            </a:r>
          </a:p>
          <a:p>
            <a:pPr algn="ctr"/>
            <a:r>
              <a:rPr lang="zh-CN" altLang="en-US" sz="1200"/>
              <a:t>平台数据</a:t>
            </a:r>
          </a:p>
        </p:txBody>
      </p:sp>
      <p:sp>
        <p:nvSpPr>
          <p:cNvPr id="148" name="矩形 147"/>
          <p:cNvSpPr/>
          <p:nvPr/>
        </p:nvSpPr>
        <p:spPr>
          <a:xfrm>
            <a:off x="273050" y="6209063"/>
            <a:ext cx="11682730" cy="487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文本框 148"/>
          <p:cNvSpPr txBox="1"/>
          <p:nvPr/>
        </p:nvSpPr>
        <p:spPr>
          <a:xfrm>
            <a:off x="349885" y="6287803"/>
            <a:ext cx="734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</a:rPr>
              <a:t>设备层</a:t>
            </a:r>
          </a:p>
        </p:txBody>
      </p:sp>
      <p:sp>
        <p:nvSpPr>
          <p:cNvPr id="150" name="矩形 149"/>
          <p:cNvSpPr/>
          <p:nvPr/>
        </p:nvSpPr>
        <p:spPr>
          <a:xfrm>
            <a:off x="1732280" y="6272563"/>
            <a:ext cx="1087120" cy="3524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光伏</a:t>
            </a:r>
          </a:p>
        </p:txBody>
      </p:sp>
      <p:sp>
        <p:nvSpPr>
          <p:cNvPr id="151" name="矩形 150"/>
          <p:cNvSpPr/>
          <p:nvPr/>
        </p:nvSpPr>
        <p:spPr>
          <a:xfrm>
            <a:off x="3227705" y="6260498"/>
            <a:ext cx="1087120" cy="352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储能</a:t>
            </a:r>
          </a:p>
        </p:txBody>
      </p:sp>
      <p:sp>
        <p:nvSpPr>
          <p:cNvPr id="152" name="矩形 151"/>
          <p:cNvSpPr/>
          <p:nvPr/>
        </p:nvSpPr>
        <p:spPr>
          <a:xfrm>
            <a:off x="4737100" y="6272563"/>
            <a:ext cx="1087120" cy="352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充电桩</a:t>
            </a:r>
          </a:p>
        </p:txBody>
      </p:sp>
      <p:sp>
        <p:nvSpPr>
          <p:cNvPr id="153" name="矩形 152"/>
          <p:cNvSpPr/>
          <p:nvPr/>
        </p:nvSpPr>
        <p:spPr>
          <a:xfrm>
            <a:off x="9434830" y="6287803"/>
            <a:ext cx="1396365" cy="352425"/>
          </a:xfrm>
          <a:prstGeom prst="rect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bg1"/>
                </a:solidFill>
              </a:rPr>
              <a:t>电力交易平台</a:t>
            </a:r>
          </a:p>
        </p:txBody>
      </p:sp>
      <p:sp>
        <p:nvSpPr>
          <p:cNvPr id="154" name="矩形 153"/>
          <p:cNvSpPr/>
          <p:nvPr/>
        </p:nvSpPr>
        <p:spPr>
          <a:xfrm>
            <a:off x="6193790" y="6272563"/>
            <a:ext cx="1087120" cy="352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中央空调</a:t>
            </a:r>
          </a:p>
        </p:txBody>
      </p:sp>
      <p:sp>
        <p:nvSpPr>
          <p:cNvPr id="155" name="上箭头 229"/>
          <p:cNvSpPr/>
          <p:nvPr/>
        </p:nvSpPr>
        <p:spPr>
          <a:xfrm>
            <a:off x="4127500" y="5916328"/>
            <a:ext cx="217170" cy="241935"/>
          </a:xfrm>
          <a:prstGeom prst="up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上箭头 253"/>
          <p:cNvSpPr/>
          <p:nvPr/>
        </p:nvSpPr>
        <p:spPr>
          <a:xfrm>
            <a:off x="6193790" y="3851943"/>
            <a:ext cx="217170" cy="264160"/>
          </a:xfrm>
          <a:prstGeom prst="up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273050" y="571533"/>
            <a:ext cx="11682095" cy="3279775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/>
          <p:cNvSpPr/>
          <p:nvPr/>
        </p:nvSpPr>
        <p:spPr>
          <a:xfrm>
            <a:off x="1127125" y="723298"/>
            <a:ext cx="1661160" cy="96710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1540510" y="694088"/>
            <a:ext cx="8705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VPP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驾驶舱</a:t>
            </a:r>
          </a:p>
        </p:txBody>
      </p:sp>
      <p:sp>
        <p:nvSpPr>
          <p:cNvPr id="160" name="矩形 159"/>
          <p:cNvSpPr/>
          <p:nvPr/>
        </p:nvSpPr>
        <p:spPr>
          <a:xfrm>
            <a:off x="1258570" y="924593"/>
            <a:ext cx="602615" cy="2984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资源分布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GIS</a:t>
            </a:r>
          </a:p>
        </p:txBody>
      </p:sp>
      <p:sp>
        <p:nvSpPr>
          <p:cNvPr id="161" name="矩形 160"/>
          <p:cNvSpPr/>
          <p:nvPr/>
        </p:nvSpPr>
        <p:spPr>
          <a:xfrm>
            <a:off x="2017395" y="923958"/>
            <a:ext cx="602615" cy="2984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用户资源概览</a:t>
            </a:r>
          </a:p>
        </p:txBody>
      </p:sp>
      <p:sp>
        <p:nvSpPr>
          <p:cNvPr id="162" name="矩形 161"/>
          <p:cNvSpPr/>
          <p:nvPr/>
        </p:nvSpPr>
        <p:spPr>
          <a:xfrm>
            <a:off x="1258570" y="1273208"/>
            <a:ext cx="602615" cy="324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</a:t>
            </a:r>
          </a:p>
        </p:txBody>
      </p:sp>
      <p:sp>
        <p:nvSpPr>
          <p:cNvPr id="163" name="矩形 162"/>
          <p:cNvSpPr/>
          <p:nvPr/>
        </p:nvSpPr>
        <p:spPr>
          <a:xfrm>
            <a:off x="2017395" y="1273208"/>
            <a:ext cx="602615" cy="324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社会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</a:t>
            </a:r>
          </a:p>
        </p:txBody>
      </p:sp>
      <p:sp>
        <p:nvSpPr>
          <p:cNvPr id="164" name="矩形 163"/>
          <p:cNvSpPr/>
          <p:nvPr/>
        </p:nvSpPr>
        <p:spPr>
          <a:xfrm>
            <a:off x="2928620" y="718218"/>
            <a:ext cx="1661160" cy="97218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3308985" y="699168"/>
            <a:ext cx="8185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资源代理</a:t>
            </a:r>
          </a:p>
        </p:txBody>
      </p:sp>
      <p:sp>
        <p:nvSpPr>
          <p:cNvPr id="166" name="矩形 165"/>
          <p:cNvSpPr/>
          <p:nvPr/>
        </p:nvSpPr>
        <p:spPr>
          <a:xfrm>
            <a:off x="3079115" y="923958"/>
            <a:ext cx="583565" cy="3238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用户信息管理</a:t>
            </a:r>
          </a:p>
        </p:txBody>
      </p:sp>
      <p:sp>
        <p:nvSpPr>
          <p:cNvPr id="167" name="矩形 166"/>
          <p:cNvSpPr/>
          <p:nvPr/>
        </p:nvSpPr>
        <p:spPr>
          <a:xfrm>
            <a:off x="3818255" y="924593"/>
            <a:ext cx="602615" cy="324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用户合同管理</a:t>
            </a:r>
          </a:p>
        </p:txBody>
      </p:sp>
      <p:sp>
        <p:nvSpPr>
          <p:cNvPr id="169" name="矩形 168"/>
          <p:cNvSpPr/>
          <p:nvPr/>
        </p:nvSpPr>
        <p:spPr>
          <a:xfrm>
            <a:off x="3435985" y="1294798"/>
            <a:ext cx="621665" cy="3238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分级</a:t>
            </a:r>
          </a:p>
        </p:txBody>
      </p:sp>
      <p:sp>
        <p:nvSpPr>
          <p:cNvPr id="171" name="矩形 170"/>
          <p:cNvSpPr/>
          <p:nvPr/>
        </p:nvSpPr>
        <p:spPr>
          <a:xfrm>
            <a:off x="4737100" y="698533"/>
            <a:ext cx="1661160" cy="99123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5224780" y="679483"/>
            <a:ext cx="7169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能源监测</a:t>
            </a:r>
          </a:p>
        </p:txBody>
      </p:sp>
      <p:sp>
        <p:nvSpPr>
          <p:cNvPr id="173" name="矩形 172"/>
          <p:cNvSpPr/>
          <p:nvPr/>
        </p:nvSpPr>
        <p:spPr>
          <a:xfrm>
            <a:off x="4868545" y="899193"/>
            <a:ext cx="602615" cy="2717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光伏</a:t>
            </a:r>
          </a:p>
        </p:txBody>
      </p:sp>
      <p:sp>
        <p:nvSpPr>
          <p:cNvPr id="174" name="矩形 173"/>
          <p:cNvSpPr/>
          <p:nvPr/>
        </p:nvSpPr>
        <p:spPr>
          <a:xfrm>
            <a:off x="5674360" y="899193"/>
            <a:ext cx="602615" cy="271780"/>
          </a:xfrm>
          <a:prstGeom prst="rect">
            <a:avLst/>
          </a:prstGeom>
          <a:solidFill>
            <a:srgbClr val="00B050"/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储能</a:t>
            </a:r>
          </a:p>
        </p:txBody>
      </p:sp>
      <p:sp>
        <p:nvSpPr>
          <p:cNvPr id="175" name="矩形 174"/>
          <p:cNvSpPr/>
          <p:nvPr/>
        </p:nvSpPr>
        <p:spPr>
          <a:xfrm>
            <a:off x="4868545" y="1248443"/>
            <a:ext cx="602615" cy="3213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充电桩</a:t>
            </a:r>
          </a:p>
        </p:txBody>
      </p:sp>
      <p:sp>
        <p:nvSpPr>
          <p:cNvPr id="176" name="矩形 175"/>
          <p:cNvSpPr/>
          <p:nvPr/>
        </p:nvSpPr>
        <p:spPr>
          <a:xfrm>
            <a:off x="5674360" y="1248443"/>
            <a:ext cx="602615" cy="3213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空调</a:t>
            </a:r>
          </a:p>
        </p:txBody>
      </p:sp>
      <p:sp>
        <p:nvSpPr>
          <p:cNvPr id="177" name="矩形 176"/>
          <p:cNvSpPr/>
          <p:nvPr/>
        </p:nvSpPr>
        <p:spPr>
          <a:xfrm>
            <a:off x="6517005" y="698533"/>
            <a:ext cx="1661160" cy="99123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6971665" y="678848"/>
            <a:ext cx="7391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聚合管理</a:t>
            </a:r>
          </a:p>
        </p:txBody>
      </p:sp>
      <p:sp>
        <p:nvSpPr>
          <p:cNvPr id="179" name="矩形 178"/>
          <p:cNvSpPr/>
          <p:nvPr/>
        </p:nvSpPr>
        <p:spPr>
          <a:xfrm>
            <a:off x="6642735" y="899193"/>
            <a:ext cx="608330" cy="3238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聚合能力评估</a:t>
            </a:r>
          </a:p>
        </p:txBody>
      </p:sp>
      <p:sp>
        <p:nvSpPr>
          <p:cNvPr id="180" name="矩形 179"/>
          <p:cNvSpPr/>
          <p:nvPr/>
        </p:nvSpPr>
        <p:spPr>
          <a:xfrm>
            <a:off x="7407275" y="898558"/>
            <a:ext cx="602615" cy="3238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策略配置与下发</a:t>
            </a:r>
          </a:p>
        </p:txBody>
      </p:sp>
      <p:sp>
        <p:nvSpPr>
          <p:cNvPr id="181" name="矩形 180"/>
          <p:cNvSpPr/>
          <p:nvPr/>
        </p:nvSpPr>
        <p:spPr>
          <a:xfrm>
            <a:off x="6648450" y="1248443"/>
            <a:ext cx="602615" cy="3492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优化调控策略</a:t>
            </a:r>
          </a:p>
        </p:txBody>
      </p:sp>
      <p:sp>
        <p:nvSpPr>
          <p:cNvPr id="182" name="矩形 181"/>
          <p:cNvSpPr/>
          <p:nvPr/>
        </p:nvSpPr>
        <p:spPr>
          <a:xfrm>
            <a:off x="7407275" y="1248443"/>
            <a:ext cx="602615" cy="3492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资源调节分析</a:t>
            </a:r>
          </a:p>
        </p:txBody>
      </p:sp>
      <p:sp>
        <p:nvSpPr>
          <p:cNvPr id="183" name="矩形 182"/>
          <p:cNvSpPr/>
          <p:nvPr/>
        </p:nvSpPr>
        <p:spPr>
          <a:xfrm>
            <a:off x="1127125" y="1845945"/>
            <a:ext cx="1661160" cy="1783080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1625600" y="1874553"/>
            <a:ext cx="8699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辅助决策</a:t>
            </a:r>
          </a:p>
        </p:txBody>
      </p:sp>
      <p:sp>
        <p:nvSpPr>
          <p:cNvPr id="185" name="矩形 184"/>
          <p:cNvSpPr/>
          <p:nvPr/>
        </p:nvSpPr>
        <p:spPr>
          <a:xfrm>
            <a:off x="1317625" y="2155858"/>
            <a:ext cx="590550" cy="36639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价差预测</a:t>
            </a:r>
          </a:p>
        </p:txBody>
      </p:sp>
      <p:sp>
        <p:nvSpPr>
          <p:cNvPr id="186" name="矩形 185"/>
          <p:cNvSpPr/>
          <p:nvPr/>
        </p:nvSpPr>
        <p:spPr>
          <a:xfrm>
            <a:off x="2054225" y="2155858"/>
            <a:ext cx="602615" cy="36639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日前电价预测</a:t>
            </a:r>
          </a:p>
        </p:txBody>
      </p:sp>
      <p:sp>
        <p:nvSpPr>
          <p:cNvPr id="187" name="矩形 186"/>
          <p:cNvSpPr/>
          <p:nvPr/>
        </p:nvSpPr>
        <p:spPr>
          <a:xfrm>
            <a:off x="4742180" y="1745013"/>
            <a:ext cx="1661160" cy="787400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5155565" y="1830103"/>
            <a:ext cx="8343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交易操作台</a:t>
            </a:r>
          </a:p>
        </p:txBody>
      </p:sp>
      <p:sp>
        <p:nvSpPr>
          <p:cNvPr id="189" name="矩形 188"/>
          <p:cNvSpPr/>
          <p:nvPr/>
        </p:nvSpPr>
        <p:spPr>
          <a:xfrm>
            <a:off x="5017770" y="2127283"/>
            <a:ext cx="1038860" cy="3016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省内现货申报</a:t>
            </a:r>
          </a:p>
        </p:txBody>
      </p:sp>
      <p:sp>
        <p:nvSpPr>
          <p:cNvPr id="190" name="矩形 189"/>
          <p:cNvSpPr/>
          <p:nvPr/>
        </p:nvSpPr>
        <p:spPr>
          <a:xfrm>
            <a:off x="8289290" y="698533"/>
            <a:ext cx="1649095" cy="159321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8748395" y="694088"/>
            <a:ext cx="797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情报信息</a:t>
            </a:r>
          </a:p>
        </p:txBody>
      </p:sp>
      <p:sp>
        <p:nvSpPr>
          <p:cNvPr id="192" name="矩形 191"/>
          <p:cNvSpPr/>
          <p:nvPr/>
        </p:nvSpPr>
        <p:spPr>
          <a:xfrm>
            <a:off x="8420735" y="944913"/>
            <a:ext cx="602615" cy="350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气象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预警</a:t>
            </a:r>
          </a:p>
        </p:txBody>
      </p:sp>
      <p:sp>
        <p:nvSpPr>
          <p:cNvPr id="193" name="矩形 192"/>
          <p:cNvSpPr/>
          <p:nvPr/>
        </p:nvSpPr>
        <p:spPr>
          <a:xfrm>
            <a:off x="9155430" y="944913"/>
            <a:ext cx="626745" cy="349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气象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情报</a:t>
            </a:r>
          </a:p>
        </p:txBody>
      </p:sp>
      <p:sp>
        <p:nvSpPr>
          <p:cNvPr id="194" name="矩形 193"/>
          <p:cNvSpPr/>
          <p:nvPr/>
        </p:nvSpPr>
        <p:spPr>
          <a:xfrm>
            <a:off x="8420735" y="1322103"/>
            <a:ext cx="602615" cy="3308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资讯</a:t>
            </a:r>
          </a:p>
        </p:txBody>
      </p:sp>
      <p:sp>
        <p:nvSpPr>
          <p:cNvPr id="195" name="矩形 194"/>
          <p:cNvSpPr/>
          <p:nvPr/>
        </p:nvSpPr>
        <p:spPr>
          <a:xfrm>
            <a:off x="9155430" y="1322738"/>
            <a:ext cx="626110" cy="330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中长期行情</a:t>
            </a:r>
          </a:p>
        </p:txBody>
      </p:sp>
      <p:sp>
        <p:nvSpPr>
          <p:cNvPr id="196" name="文本框 195"/>
          <p:cNvSpPr txBox="1"/>
          <p:nvPr/>
        </p:nvSpPr>
        <p:spPr>
          <a:xfrm>
            <a:off x="273685" y="1818673"/>
            <a:ext cx="8902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</a:rPr>
              <a:t>应</a:t>
            </a:r>
          </a:p>
          <a:p>
            <a:pPr algn="ctr"/>
            <a:r>
              <a:rPr lang="zh-CN" altLang="en-US" b="1">
                <a:solidFill>
                  <a:schemeClr val="bg1"/>
                </a:solidFill>
              </a:rPr>
              <a:t>用</a:t>
            </a:r>
          </a:p>
          <a:p>
            <a:pPr algn="ctr"/>
            <a:r>
              <a:rPr lang="zh-CN" altLang="en-US" b="1">
                <a:solidFill>
                  <a:schemeClr val="bg1"/>
                </a:solidFill>
              </a:rPr>
              <a:t>层</a:t>
            </a:r>
          </a:p>
        </p:txBody>
      </p:sp>
      <p:sp>
        <p:nvSpPr>
          <p:cNvPr id="197" name="矩形 196"/>
          <p:cNvSpPr/>
          <p:nvPr/>
        </p:nvSpPr>
        <p:spPr>
          <a:xfrm>
            <a:off x="10043795" y="699168"/>
            <a:ext cx="1661160" cy="129730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10530205" y="699803"/>
            <a:ext cx="7239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基础数据</a:t>
            </a:r>
          </a:p>
        </p:txBody>
      </p:sp>
      <p:sp>
        <p:nvSpPr>
          <p:cNvPr id="199" name="矩形 198"/>
          <p:cNvSpPr/>
          <p:nvPr/>
        </p:nvSpPr>
        <p:spPr>
          <a:xfrm>
            <a:off x="10526395" y="944913"/>
            <a:ext cx="756920" cy="30416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功率预测</a:t>
            </a:r>
          </a:p>
        </p:txBody>
      </p:sp>
      <p:sp>
        <p:nvSpPr>
          <p:cNvPr id="200" name="矩形 199"/>
          <p:cNvSpPr/>
          <p:nvPr/>
        </p:nvSpPr>
        <p:spPr>
          <a:xfrm>
            <a:off x="10526395" y="1295433"/>
            <a:ext cx="756920" cy="2749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合同分析</a:t>
            </a:r>
          </a:p>
        </p:txBody>
      </p:sp>
      <p:sp>
        <p:nvSpPr>
          <p:cNvPr id="201" name="矩形 200"/>
          <p:cNvSpPr/>
          <p:nvPr/>
        </p:nvSpPr>
        <p:spPr>
          <a:xfrm>
            <a:off x="10526395" y="1635793"/>
            <a:ext cx="756920" cy="27495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合同管理</a:t>
            </a:r>
          </a:p>
        </p:txBody>
      </p:sp>
      <p:sp>
        <p:nvSpPr>
          <p:cNvPr id="202" name="矩形 201"/>
          <p:cNvSpPr/>
          <p:nvPr/>
        </p:nvSpPr>
        <p:spPr>
          <a:xfrm>
            <a:off x="8420735" y="1673893"/>
            <a:ext cx="602615" cy="3225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日历</a:t>
            </a:r>
          </a:p>
        </p:txBody>
      </p:sp>
      <p:sp>
        <p:nvSpPr>
          <p:cNvPr id="203" name="矩形 202"/>
          <p:cNvSpPr/>
          <p:nvPr/>
        </p:nvSpPr>
        <p:spPr>
          <a:xfrm>
            <a:off x="9155430" y="1673893"/>
            <a:ext cx="626745" cy="3225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省内现货披露</a:t>
            </a:r>
          </a:p>
        </p:txBody>
      </p:sp>
      <p:sp>
        <p:nvSpPr>
          <p:cNvPr id="204" name="矩形 203"/>
          <p:cNvSpPr/>
          <p:nvPr/>
        </p:nvSpPr>
        <p:spPr>
          <a:xfrm>
            <a:off x="8596630" y="2026318"/>
            <a:ext cx="1024890" cy="2476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省间现货披露</a:t>
            </a:r>
          </a:p>
        </p:txBody>
      </p:sp>
      <p:sp>
        <p:nvSpPr>
          <p:cNvPr id="205" name="矩形 204"/>
          <p:cNvSpPr/>
          <p:nvPr/>
        </p:nvSpPr>
        <p:spPr>
          <a:xfrm>
            <a:off x="2928620" y="1845978"/>
            <a:ext cx="1661160" cy="178371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3308985" y="1874553"/>
            <a:ext cx="8191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出清与结算</a:t>
            </a:r>
          </a:p>
        </p:txBody>
      </p:sp>
      <p:sp>
        <p:nvSpPr>
          <p:cNvPr id="207" name="矩形 206"/>
          <p:cNvSpPr/>
          <p:nvPr/>
        </p:nvSpPr>
        <p:spPr>
          <a:xfrm>
            <a:off x="3060065" y="2184433"/>
            <a:ext cx="602615" cy="39306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省内现货出清</a:t>
            </a:r>
          </a:p>
        </p:txBody>
      </p:sp>
      <p:sp>
        <p:nvSpPr>
          <p:cNvPr id="208" name="矩形 207"/>
          <p:cNvSpPr/>
          <p:nvPr/>
        </p:nvSpPr>
        <p:spPr>
          <a:xfrm>
            <a:off x="3818890" y="2184433"/>
            <a:ext cx="602615" cy="3930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分时段交易出清</a:t>
            </a:r>
          </a:p>
        </p:txBody>
      </p:sp>
      <p:sp>
        <p:nvSpPr>
          <p:cNvPr id="209" name="矩形 208"/>
          <p:cNvSpPr/>
          <p:nvPr/>
        </p:nvSpPr>
        <p:spPr>
          <a:xfrm>
            <a:off x="3060065" y="2689258"/>
            <a:ext cx="602615" cy="3746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需求响应出清</a:t>
            </a:r>
          </a:p>
        </p:txBody>
      </p:sp>
      <p:sp>
        <p:nvSpPr>
          <p:cNvPr id="212" name="矩形 211"/>
          <p:cNvSpPr/>
          <p:nvPr/>
        </p:nvSpPr>
        <p:spPr>
          <a:xfrm>
            <a:off x="4742180" y="2576830"/>
            <a:ext cx="1661160" cy="105219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5188585" y="2577498"/>
            <a:ext cx="7531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复盘分析</a:t>
            </a:r>
          </a:p>
        </p:txBody>
      </p:sp>
      <p:sp>
        <p:nvSpPr>
          <p:cNvPr id="214" name="矩形 213"/>
          <p:cNvSpPr/>
          <p:nvPr/>
        </p:nvSpPr>
        <p:spPr>
          <a:xfrm>
            <a:off x="5074285" y="2866423"/>
            <a:ext cx="1000125" cy="3282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中长期策略复盘</a:t>
            </a:r>
          </a:p>
        </p:txBody>
      </p:sp>
      <p:sp>
        <p:nvSpPr>
          <p:cNvPr id="215" name="矩形 214"/>
          <p:cNvSpPr/>
          <p:nvPr/>
        </p:nvSpPr>
        <p:spPr>
          <a:xfrm>
            <a:off x="5073650" y="3263933"/>
            <a:ext cx="1000760" cy="3054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省内现货复盘</a:t>
            </a:r>
          </a:p>
        </p:txBody>
      </p:sp>
      <p:sp>
        <p:nvSpPr>
          <p:cNvPr id="216" name="矩形 215"/>
          <p:cNvSpPr/>
          <p:nvPr/>
        </p:nvSpPr>
        <p:spPr>
          <a:xfrm>
            <a:off x="3818890" y="3157888"/>
            <a:ext cx="601980" cy="315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收益与结算</a:t>
            </a:r>
          </a:p>
        </p:txBody>
      </p:sp>
      <p:sp>
        <p:nvSpPr>
          <p:cNvPr id="217" name="矩形 216"/>
          <p:cNvSpPr/>
          <p:nvPr/>
        </p:nvSpPr>
        <p:spPr>
          <a:xfrm>
            <a:off x="6508750" y="1874553"/>
            <a:ext cx="1669415" cy="175450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6971665" y="1874553"/>
            <a:ext cx="7105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需求响应</a:t>
            </a:r>
          </a:p>
        </p:txBody>
      </p:sp>
      <p:sp>
        <p:nvSpPr>
          <p:cNvPr id="219" name="矩形 218"/>
          <p:cNvSpPr/>
          <p:nvPr/>
        </p:nvSpPr>
        <p:spPr>
          <a:xfrm>
            <a:off x="6642735" y="2259998"/>
            <a:ext cx="603250" cy="35433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基线负荷分析</a:t>
            </a:r>
          </a:p>
        </p:txBody>
      </p:sp>
      <p:sp>
        <p:nvSpPr>
          <p:cNvPr id="220" name="矩形 219"/>
          <p:cNvSpPr/>
          <p:nvPr/>
        </p:nvSpPr>
        <p:spPr>
          <a:xfrm>
            <a:off x="7407275" y="2269523"/>
            <a:ext cx="638810" cy="34480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邀约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</a:p>
        </p:txBody>
      </p:sp>
      <p:sp>
        <p:nvSpPr>
          <p:cNvPr id="221" name="矩形 220"/>
          <p:cNvSpPr/>
          <p:nvPr/>
        </p:nvSpPr>
        <p:spPr>
          <a:xfrm>
            <a:off x="6647815" y="2672748"/>
            <a:ext cx="603250" cy="33083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设备执行监控</a:t>
            </a:r>
          </a:p>
        </p:txBody>
      </p:sp>
      <p:sp>
        <p:nvSpPr>
          <p:cNvPr id="223" name="矩形 222"/>
          <p:cNvSpPr/>
          <p:nvPr/>
        </p:nvSpPr>
        <p:spPr>
          <a:xfrm>
            <a:off x="7407275" y="2665128"/>
            <a:ext cx="638810" cy="34163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中标结果查询</a:t>
            </a:r>
          </a:p>
        </p:txBody>
      </p:sp>
      <p:sp>
        <p:nvSpPr>
          <p:cNvPr id="224" name="矩形 223"/>
          <p:cNvSpPr/>
          <p:nvPr/>
        </p:nvSpPr>
        <p:spPr>
          <a:xfrm>
            <a:off x="6648450" y="3075940"/>
            <a:ext cx="602615" cy="3308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</a:p>
        </p:txBody>
      </p:sp>
      <p:sp>
        <p:nvSpPr>
          <p:cNvPr id="225" name="矩形 224"/>
          <p:cNvSpPr/>
          <p:nvPr/>
        </p:nvSpPr>
        <p:spPr>
          <a:xfrm>
            <a:off x="7407275" y="3075940"/>
            <a:ext cx="638810" cy="3282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归档</a:t>
            </a:r>
          </a:p>
        </p:txBody>
      </p:sp>
      <p:sp>
        <p:nvSpPr>
          <p:cNvPr id="226" name="矩形 225"/>
          <p:cNvSpPr/>
          <p:nvPr/>
        </p:nvSpPr>
        <p:spPr>
          <a:xfrm>
            <a:off x="8289290" y="2390173"/>
            <a:ext cx="1643380" cy="1239520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8690610" y="2363503"/>
            <a:ext cx="8547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用户侧支撑</a:t>
            </a:r>
          </a:p>
        </p:txBody>
      </p:sp>
      <p:sp>
        <p:nvSpPr>
          <p:cNvPr id="228" name="矩形 227"/>
          <p:cNvSpPr/>
          <p:nvPr/>
        </p:nvSpPr>
        <p:spPr>
          <a:xfrm>
            <a:off x="8384540" y="2593373"/>
            <a:ext cx="612140" cy="3422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发电设备监控</a:t>
            </a:r>
          </a:p>
        </p:txBody>
      </p:sp>
      <p:sp>
        <p:nvSpPr>
          <p:cNvPr id="229" name="矩形 228"/>
          <p:cNvSpPr/>
          <p:nvPr/>
        </p:nvSpPr>
        <p:spPr>
          <a:xfrm>
            <a:off x="9179560" y="2593373"/>
            <a:ext cx="653415" cy="342265"/>
          </a:xfrm>
          <a:prstGeom prst="rect">
            <a:avLst/>
          </a:prstGeom>
          <a:solidFill>
            <a:srgbClr val="91ACE0"/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用电设备监控</a:t>
            </a:r>
          </a:p>
        </p:txBody>
      </p:sp>
      <p:sp>
        <p:nvSpPr>
          <p:cNvPr id="230" name="矩形 229"/>
          <p:cNvSpPr/>
          <p:nvPr/>
        </p:nvSpPr>
        <p:spPr>
          <a:xfrm>
            <a:off x="8660130" y="3373153"/>
            <a:ext cx="844550" cy="2197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反馈咨询</a:t>
            </a:r>
          </a:p>
        </p:txBody>
      </p:sp>
      <p:sp>
        <p:nvSpPr>
          <p:cNvPr id="231" name="矩形 230"/>
          <p:cNvSpPr/>
          <p:nvPr/>
        </p:nvSpPr>
        <p:spPr>
          <a:xfrm>
            <a:off x="8383905" y="3006123"/>
            <a:ext cx="612775" cy="333375"/>
          </a:xfrm>
          <a:prstGeom prst="rect">
            <a:avLst/>
          </a:prstGeom>
          <a:solidFill>
            <a:srgbClr val="91ACE0"/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响应结果查询</a:t>
            </a:r>
          </a:p>
        </p:txBody>
      </p:sp>
      <p:sp>
        <p:nvSpPr>
          <p:cNvPr id="232" name="矩形 231"/>
          <p:cNvSpPr/>
          <p:nvPr/>
        </p:nvSpPr>
        <p:spPr>
          <a:xfrm>
            <a:off x="9179560" y="3006758"/>
            <a:ext cx="653415" cy="336550"/>
          </a:xfrm>
          <a:prstGeom prst="rect">
            <a:avLst/>
          </a:prstGeom>
          <a:solidFill>
            <a:srgbClr val="91ACE0"/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结算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</a:p>
        </p:txBody>
      </p:sp>
      <p:sp>
        <p:nvSpPr>
          <p:cNvPr id="233" name="矩形 232"/>
          <p:cNvSpPr/>
          <p:nvPr/>
        </p:nvSpPr>
        <p:spPr>
          <a:xfrm>
            <a:off x="10043795" y="2147603"/>
            <a:ext cx="1669415" cy="1481455"/>
          </a:xfrm>
          <a:prstGeom prst="rect">
            <a:avLst/>
          </a:prstGeom>
          <a:ln w="19050">
            <a:solidFill>
              <a:srgbClr val="FFFFFF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10526395" y="2184433"/>
            <a:ext cx="7277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平台支撑</a:t>
            </a:r>
          </a:p>
        </p:txBody>
      </p:sp>
      <p:sp>
        <p:nvSpPr>
          <p:cNvPr id="235" name="矩形 234"/>
          <p:cNvSpPr/>
          <p:nvPr/>
        </p:nvSpPr>
        <p:spPr>
          <a:xfrm>
            <a:off x="10182860" y="2507013"/>
            <a:ext cx="602615" cy="3638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</a:p>
        </p:txBody>
      </p:sp>
      <p:sp>
        <p:nvSpPr>
          <p:cNvPr id="236" name="矩形 235"/>
          <p:cNvSpPr/>
          <p:nvPr/>
        </p:nvSpPr>
        <p:spPr>
          <a:xfrm>
            <a:off x="10950575" y="2503203"/>
            <a:ext cx="630555" cy="36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用户权限管理</a:t>
            </a:r>
          </a:p>
        </p:txBody>
      </p:sp>
      <p:sp>
        <p:nvSpPr>
          <p:cNvPr id="237" name="矩形 236"/>
          <p:cNvSpPr/>
          <p:nvPr/>
        </p:nvSpPr>
        <p:spPr>
          <a:xfrm>
            <a:off x="10178415" y="3006758"/>
            <a:ext cx="607060" cy="347980"/>
          </a:xfrm>
          <a:prstGeom prst="rect">
            <a:avLst/>
          </a:prstGeom>
          <a:solidFill>
            <a:srgbClr val="91ACE0"/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</a:p>
        </p:txBody>
      </p:sp>
      <p:sp>
        <p:nvSpPr>
          <p:cNvPr id="238" name="矩形 237"/>
          <p:cNvSpPr/>
          <p:nvPr/>
        </p:nvSpPr>
        <p:spPr>
          <a:xfrm>
            <a:off x="10951210" y="3006758"/>
            <a:ext cx="629920" cy="347980"/>
          </a:xfrm>
          <a:prstGeom prst="rect">
            <a:avLst/>
          </a:prstGeom>
          <a:solidFill>
            <a:srgbClr val="91ACE0"/>
          </a:solidFill>
          <a:ln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</a:t>
            </a:r>
          </a:p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</a:p>
        </p:txBody>
      </p:sp>
      <p:sp>
        <p:nvSpPr>
          <p:cNvPr id="239" name="矩形 238"/>
          <p:cNvSpPr/>
          <p:nvPr/>
        </p:nvSpPr>
        <p:spPr>
          <a:xfrm>
            <a:off x="8866505" y="4648233"/>
            <a:ext cx="864235" cy="177165"/>
          </a:xfrm>
          <a:prstGeom prst="rect">
            <a:avLst/>
          </a:prstGeom>
          <a:solidFill>
            <a:srgbClr val="00B05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/>
              <a:t>功率预测</a:t>
            </a:r>
          </a:p>
        </p:txBody>
      </p:sp>
      <p:sp>
        <p:nvSpPr>
          <p:cNvPr id="2" name="矩形 1"/>
          <p:cNvSpPr/>
          <p:nvPr/>
        </p:nvSpPr>
        <p:spPr>
          <a:xfrm>
            <a:off x="3060700" y="3157888"/>
            <a:ext cx="601980" cy="31559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电费结算明细</a:t>
            </a:r>
          </a:p>
        </p:txBody>
      </p:sp>
      <p:sp>
        <p:nvSpPr>
          <p:cNvPr id="3" name="矩形 2"/>
          <p:cNvSpPr/>
          <p:nvPr/>
        </p:nvSpPr>
        <p:spPr>
          <a:xfrm>
            <a:off x="3818890" y="2690495"/>
            <a:ext cx="601980" cy="3733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结算单管理</a:t>
            </a:r>
          </a:p>
        </p:txBody>
      </p:sp>
      <p:sp>
        <p:nvSpPr>
          <p:cNvPr id="4" name="矩形 3"/>
          <p:cNvSpPr/>
          <p:nvPr/>
        </p:nvSpPr>
        <p:spPr>
          <a:xfrm>
            <a:off x="1317625" y="2608613"/>
            <a:ext cx="602615" cy="36639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实时电价预测</a:t>
            </a:r>
          </a:p>
        </p:txBody>
      </p:sp>
      <p:sp>
        <p:nvSpPr>
          <p:cNvPr id="5" name="矩形 4"/>
          <p:cNvSpPr/>
          <p:nvPr/>
        </p:nvSpPr>
        <p:spPr>
          <a:xfrm>
            <a:off x="2054225" y="2608613"/>
            <a:ext cx="602615" cy="36639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光伏功率预测</a:t>
            </a:r>
          </a:p>
        </p:txBody>
      </p:sp>
      <p:sp>
        <p:nvSpPr>
          <p:cNvPr id="6" name="矩形 5"/>
          <p:cNvSpPr/>
          <p:nvPr/>
        </p:nvSpPr>
        <p:spPr>
          <a:xfrm>
            <a:off x="1305560" y="3063875"/>
            <a:ext cx="602615" cy="50609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光储实时申报策略</a:t>
            </a:r>
          </a:p>
        </p:txBody>
      </p:sp>
      <p:sp>
        <p:nvSpPr>
          <p:cNvPr id="7" name="矩形 6"/>
          <p:cNvSpPr/>
          <p:nvPr/>
        </p:nvSpPr>
        <p:spPr>
          <a:xfrm>
            <a:off x="2054225" y="3063240"/>
            <a:ext cx="602615" cy="50609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光储日前申报策略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5184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二、虚拟电厂</a:t>
            </a:r>
            <a:r>
              <a:rPr lang="zh-CN" altLang="en-US" sz="2400" b="1" dirty="0">
                <a:sym typeface="+mn-ea"/>
              </a:rPr>
              <a:t>核心功能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聚合管理</a:t>
            </a:r>
          </a:p>
          <a:p>
            <a:endParaRPr lang="zh-CN" altLang="en-US" sz="2400" b="1" dirty="0"/>
          </a:p>
        </p:txBody>
      </p:sp>
      <p:sp>
        <p:nvSpPr>
          <p:cNvPr id="168" name="标题 1"/>
          <p:cNvSpPr>
            <a:spLocks noGrp="1"/>
          </p:cNvSpPr>
          <p:nvPr/>
        </p:nvSpPr>
        <p:spPr>
          <a:xfrm>
            <a:off x="6432550" y="121834"/>
            <a:ext cx="5580380" cy="396240"/>
          </a:xfrm>
          <a:solidFill>
            <a:srgbClr val="0070C0"/>
          </a:solidFill>
        </p:spPr>
        <p:txBody>
          <a:bodyPr tIns="71755" anchor="ctr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rgbClr val="0060B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r"/>
            <a:endParaRPr lang="zh-CN" altLang="en-US" sz="2400" dirty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/>
          <p:cNvSpPr/>
          <p:nvPr/>
        </p:nvSpPr>
        <p:spPr>
          <a:xfrm>
            <a:off x="129033" y="837968"/>
            <a:ext cx="11933933" cy="1039430"/>
          </a:xfrm>
          <a:prstGeom prst="rect">
            <a:avLst/>
          </a:prstGeom>
          <a:solidFill>
            <a:srgbClr val="EEF4FC">
              <a:alpha val="100000"/>
            </a:srgbClr>
          </a:solidFill>
          <a:ln w="12700" cap="flat">
            <a:noFill/>
            <a:prstDash val="solid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i="0" u="none" strike="noStrike" kern="0">
                <a:solidFill>
                  <a:srgbClr val="1172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虚拟电厂聚合管理，本质上是将屋顶光伏、储能电池、可调负荷、充电桩等分散的能源资源，通过数字化手段编织成一座可智能调度的“云端电厂”。通过构建“城市-运营商-企业”三级智慧体系，实现从海量分散资源到统一调度机组的跨越。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015231" y="5582603"/>
            <a:ext cx="6208395" cy="9531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动态校核资源实际可调能力，解决传统方法“能力虚高、时效不足”的问题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015231" y="4981258"/>
            <a:ext cx="6208393" cy="580832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C000"/>
                </a:solidFill>
                <a:latin typeface="+mn-ea"/>
                <a:cs typeface="+mn-ea"/>
              </a:rPr>
              <a:t>不知道“能调多少”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5015231" y="2406333"/>
            <a:ext cx="6208395" cy="9531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多类型资源统一接入，提供标准化接入流程，支持光伏、储能、负荷、充电桩快速上线</a:t>
            </a: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5015231" y="1812608"/>
            <a:ext cx="6208393" cy="580832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376FFF"/>
                </a:solidFill>
                <a:latin typeface="+mn-ea"/>
                <a:cs typeface="+mn-ea"/>
              </a:rPr>
              <a:t>资源分散难管理</a:t>
            </a: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5015231" y="3994468"/>
            <a:ext cx="6208395" cy="9531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实现电网到平台、到用户、到设备的秒级联动，由</a:t>
            </a:r>
            <a:r>
              <a:rPr lang="en-US" altLang="zh-CN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AI</a:t>
            </a: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智能体自动完成响应全程</a:t>
            </a: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5015231" y="3396933"/>
            <a:ext cx="6208393" cy="580832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rgbClr val="17D594"/>
                </a:solidFill>
                <a:latin typeface="+mn-ea"/>
                <a:cs typeface="+mn-ea"/>
                <a:sym typeface="+mn-ea"/>
              </a:rPr>
              <a:t>响应速度跟不上调度</a:t>
            </a:r>
          </a:p>
        </p:txBody>
      </p:sp>
      <p:sp>
        <p:nvSpPr>
          <p:cNvPr id="27" name="任意多边形: 形状 26"/>
          <p:cNvSpPr/>
          <p:nvPr>
            <p:custDataLst>
              <p:tags r:id="rId8"/>
            </p:custDataLst>
          </p:nvPr>
        </p:nvSpPr>
        <p:spPr>
          <a:xfrm>
            <a:off x="968375" y="2085023"/>
            <a:ext cx="3172579" cy="4176000"/>
          </a:xfrm>
          <a:custGeom>
            <a:avLst/>
            <a:gdLst>
              <a:gd name="connsiteX0" fmla="*/ 1084579 w 3172579"/>
              <a:gd name="connsiteY0" fmla="*/ 0 h 4176000"/>
              <a:gd name="connsiteX1" fmla="*/ 3172579 w 3172579"/>
              <a:gd name="connsiteY1" fmla="*/ 2088000 h 4176000"/>
              <a:gd name="connsiteX2" fmla="*/ 1084579 w 3172579"/>
              <a:gd name="connsiteY2" fmla="*/ 4176000 h 4176000"/>
              <a:gd name="connsiteX3" fmla="*/ 89315 w 3172579"/>
              <a:gd name="connsiteY3" fmla="*/ 3923990 h 4176000"/>
              <a:gd name="connsiteX4" fmla="*/ 0 w 3172579"/>
              <a:gd name="connsiteY4" fmla="*/ 3869730 h 4176000"/>
              <a:gd name="connsiteX5" fmla="*/ 0 w 3172579"/>
              <a:gd name="connsiteY5" fmla="*/ 306270 h 4176000"/>
              <a:gd name="connsiteX6" fmla="*/ 89315 w 3172579"/>
              <a:gd name="connsiteY6" fmla="*/ 252010 h 4176000"/>
              <a:gd name="connsiteX7" fmla="*/ 1084579 w 3172579"/>
              <a:gd name="connsiteY7" fmla="*/ 0 h 41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2579" h="4176000">
                <a:moveTo>
                  <a:pt x="1084579" y="0"/>
                </a:moveTo>
                <a:cubicBezTo>
                  <a:pt x="2237750" y="0"/>
                  <a:pt x="3172579" y="934829"/>
                  <a:pt x="3172579" y="2088000"/>
                </a:cubicBezTo>
                <a:cubicBezTo>
                  <a:pt x="3172579" y="3241171"/>
                  <a:pt x="2237750" y="4176000"/>
                  <a:pt x="1084579" y="4176000"/>
                </a:cubicBezTo>
                <a:cubicBezTo>
                  <a:pt x="724213" y="4176000"/>
                  <a:pt x="385170" y="4084708"/>
                  <a:pt x="89315" y="3923990"/>
                </a:cubicBezTo>
                <a:lnTo>
                  <a:pt x="0" y="3869730"/>
                </a:lnTo>
                <a:lnTo>
                  <a:pt x="0" y="306270"/>
                </a:lnTo>
                <a:lnTo>
                  <a:pt x="89315" y="252010"/>
                </a:lnTo>
                <a:cubicBezTo>
                  <a:pt x="385170" y="91292"/>
                  <a:pt x="724213" y="0"/>
                  <a:pt x="1084579" y="0"/>
                </a:cubicBezTo>
                <a:close/>
              </a:path>
            </a:pathLst>
          </a:custGeom>
          <a:noFill/>
          <a:ln>
            <a:gradFill>
              <a:gsLst>
                <a:gs pos="100000">
                  <a:srgbClr val="000000">
                    <a:lumMod val="50000"/>
                    <a:lumOff val="50000"/>
                    <a:alpha val="30000"/>
                  </a:srgbClr>
                </a:gs>
                <a:gs pos="15000">
                  <a:srgbClr val="FFFFFF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3815716" y="3866198"/>
            <a:ext cx="607695" cy="607695"/>
          </a:xfrm>
          <a:prstGeom prst="ellipse">
            <a:avLst/>
          </a:prstGeom>
          <a:solidFill>
            <a:srgbClr val="17D594"/>
          </a:solidFill>
          <a:ln>
            <a:gradFill>
              <a:gsLst>
                <a:gs pos="37000">
                  <a:srgbClr val="FFFFFF"/>
                </a:gs>
                <a:gs pos="0">
                  <a:srgbClr val="17D594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17D594">
                    <a:lumMod val="20000"/>
                    <a:lumOff val="80000"/>
                  </a:srgbClr>
                </a:gs>
              </a:gsLst>
              <a:lin ang="15780000" scaled="0"/>
            </a:gra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33" name="椭圆 32"/>
          <p:cNvSpPr/>
          <p:nvPr>
            <p:custDataLst>
              <p:tags r:id="rId10"/>
            </p:custDataLst>
          </p:nvPr>
        </p:nvSpPr>
        <p:spPr>
          <a:xfrm>
            <a:off x="3253741" y="2411413"/>
            <a:ext cx="607695" cy="607695"/>
          </a:xfrm>
          <a:prstGeom prst="ellipse">
            <a:avLst/>
          </a:prstGeom>
          <a:solidFill>
            <a:srgbClr val="376FFF"/>
          </a:solidFill>
          <a:ln>
            <a:gradFill>
              <a:gsLst>
                <a:gs pos="37000">
                  <a:srgbClr val="FFFFFF"/>
                </a:gs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376FFF">
                    <a:lumMod val="20000"/>
                    <a:lumOff val="80000"/>
                  </a:srgbClr>
                </a:gs>
              </a:gsLst>
              <a:lin ang="15780000" scaled="0"/>
            </a:gra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tIns="4572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3253741" y="5320348"/>
            <a:ext cx="607695" cy="607695"/>
          </a:xfrm>
          <a:prstGeom prst="ellipse">
            <a:avLst/>
          </a:prstGeom>
          <a:solidFill>
            <a:srgbClr val="FFC000"/>
          </a:solidFill>
          <a:ln>
            <a:gradFill>
              <a:gsLst>
                <a:gs pos="37000">
                  <a:srgbClr val="FFFFFF"/>
                </a:gs>
                <a:gs pos="0">
                  <a:srgbClr val="8830FE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FFC000">
                    <a:lumMod val="20000"/>
                    <a:lumOff val="80000"/>
                  </a:srgbClr>
                </a:gs>
              </a:gsLst>
              <a:lin ang="16200000" scaled="0"/>
            </a:gra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9" name="椭圆 8"/>
          <p:cNvSpPr/>
          <p:nvPr>
            <p:custDataLst>
              <p:tags r:id="rId12"/>
            </p:custDataLst>
          </p:nvPr>
        </p:nvSpPr>
        <p:spPr>
          <a:xfrm>
            <a:off x="968375" y="3082608"/>
            <a:ext cx="2169160" cy="2169160"/>
          </a:xfrm>
          <a:prstGeom prst="ellipse">
            <a:avLst/>
          </a:prstGeom>
          <a:solidFill>
            <a:srgbClr val="376FFF"/>
          </a:solidFill>
          <a:ln>
            <a:gradFill>
              <a:gsLst>
                <a:gs pos="37000">
                  <a:srgbClr val="FFFFFF"/>
                </a:gs>
                <a:gs pos="0">
                  <a:srgbClr val="376FFF">
                    <a:lumMod val="45000"/>
                    <a:lumOff val="55000"/>
                  </a:srgbClr>
                </a:gs>
                <a:gs pos="100000">
                  <a:srgbClr val="FFFFFF"/>
                </a:gs>
                <a:gs pos="71000">
                  <a:srgbClr val="376FFF">
                    <a:lumMod val="30000"/>
                    <a:lumOff val="70000"/>
                  </a:srgbClr>
                </a:gs>
              </a:gsLst>
              <a:lin ang="16200000" scaled="0"/>
            </a:gra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spc="15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解决客户的核心痛点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5184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二、虚拟电厂</a:t>
            </a:r>
            <a:r>
              <a:rPr lang="zh-CN" altLang="en-US" sz="2400" b="1" dirty="0">
                <a:sym typeface="+mn-ea"/>
              </a:rPr>
              <a:t>核心功能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聚合管理</a:t>
            </a:r>
          </a:p>
          <a:p>
            <a:endParaRPr lang="zh-CN" altLang="en-US" sz="2400" b="1" dirty="0"/>
          </a:p>
        </p:txBody>
      </p:sp>
      <p:sp>
        <p:nvSpPr>
          <p:cNvPr id="168" name="标题 1"/>
          <p:cNvSpPr>
            <a:spLocks noGrp="1"/>
          </p:cNvSpPr>
          <p:nvPr/>
        </p:nvSpPr>
        <p:spPr>
          <a:xfrm>
            <a:off x="6432550" y="121834"/>
            <a:ext cx="5580380" cy="396240"/>
          </a:xfrm>
          <a:solidFill>
            <a:srgbClr val="0070C0"/>
          </a:solidFill>
        </p:spPr>
        <p:txBody>
          <a:bodyPr tIns="71755" anchor="ctr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rgbClr val="0060B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r"/>
            <a:endParaRPr lang="zh-CN" altLang="en-US" sz="2400" dirty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deepseek_mermaid_20260722_4bbab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05" y="529590"/>
            <a:ext cx="6118225" cy="613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40830" y="1191260"/>
            <a:ext cx="5166360" cy="17621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zh-CN" altLang="en-US" sz="2000" b="1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全品类资源聚合</a:t>
            </a: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分布式光伏、工商业储能、可调负荷、充电桩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无论何种类型、何种品牌，均可通过标准化协议快速接入，统一建模、统一调度。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40830" y="3245167"/>
            <a:ext cx="5080000" cy="21329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lnSpc>
                <a:spcPct val="150000"/>
              </a:lnSpc>
              <a:spcBef>
                <a:spcPts val="1600"/>
              </a:spcBef>
              <a:spcAft>
                <a:spcPts val="800"/>
              </a:spcAft>
            </a:pPr>
            <a:r>
              <a:rPr lang="zh-CN" altLang="en-US" sz="2000" b="1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客户价值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效率提升：响应速度从分钟级降至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秒以内，负荷响应精准度提升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45%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安全合规：内置资源唯一性校验，确保符合“同一资源仅与一家运营商代理”的合规要求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6432550" y="927100"/>
            <a:ext cx="5495925" cy="481012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5184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二、虚拟电厂</a:t>
            </a:r>
            <a:r>
              <a:rPr lang="zh-CN" altLang="en-US" sz="2400" b="1" dirty="0">
                <a:sym typeface="+mn-ea"/>
              </a:rPr>
              <a:t>核心功能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需求响应</a:t>
            </a:r>
          </a:p>
          <a:p>
            <a:endParaRPr lang="zh-CN" altLang="en-US" sz="2400" b="1" dirty="0"/>
          </a:p>
        </p:txBody>
      </p:sp>
      <p:sp>
        <p:nvSpPr>
          <p:cNvPr id="168" name="标题 1"/>
          <p:cNvSpPr>
            <a:spLocks noGrp="1"/>
          </p:cNvSpPr>
          <p:nvPr/>
        </p:nvSpPr>
        <p:spPr>
          <a:xfrm>
            <a:off x="6432550" y="121834"/>
            <a:ext cx="5580380" cy="396240"/>
          </a:xfrm>
          <a:solidFill>
            <a:srgbClr val="0070C0"/>
          </a:solidFill>
        </p:spPr>
        <p:txBody>
          <a:bodyPr tIns="71755" anchor="ctr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rgbClr val="0060B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r"/>
            <a:endParaRPr lang="zh-CN" altLang="en-US" sz="2400" dirty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3"/>
          <p:cNvSpPr/>
          <p:nvPr/>
        </p:nvSpPr>
        <p:spPr>
          <a:xfrm>
            <a:off x="129033" y="837968"/>
            <a:ext cx="11933933" cy="1039430"/>
          </a:xfrm>
          <a:prstGeom prst="rect">
            <a:avLst/>
          </a:prstGeom>
          <a:solidFill>
            <a:srgbClr val="EEF4FC">
              <a:alpha val="100000"/>
            </a:srgbClr>
          </a:solidFill>
          <a:ln w="12700" cap="flat">
            <a:noFill/>
            <a:prstDash val="solid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i="0" u="none" strike="noStrike" kern="0">
                <a:solidFill>
                  <a:srgbClr val="1172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需求响应是虚拟电厂实现价值变现的核心通道。通过</a:t>
            </a:r>
            <a:r>
              <a:rPr lang="en-US" altLang="zh-CN" sz="1800" b="1" i="0" u="none" strike="noStrike" kern="0">
                <a:solidFill>
                  <a:srgbClr val="1172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</a:t>
            </a:r>
            <a:r>
              <a:rPr lang="zh-CN" altLang="en-US" sz="1800" b="1" i="0" u="none" strike="noStrike" kern="0">
                <a:solidFill>
                  <a:srgbClr val="1172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智能体实现需求预测、交易申报、调控执行、补贴结算的全链条闭环管理，让用户在不影响正常生产生活的前提下，将负荷资源的调节潜力转化为确定的经济收益。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015231" y="5582603"/>
            <a:ext cx="6208395" cy="9531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AI</a:t>
            </a: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自动完成调节成效精细化评估，实现智能、透明、高效的补贴精准发放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015231" y="4981258"/>
            <a:ext cx="6208393" cy="580832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C000"/>
                </a:solidFill>
                <a:latin typeface="+mn-ea"/>
                <a:cs typeface="+mn-ea"/>
              </a:rPr>
              <a:t>结算不透明、收益看不清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5015231" y="2406333"/>
            <a:ext cx="6208395" cy="9531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系统自动生成调控策略，</a:t>
            </a:r>
            <a:r>
              <a:rPr lang="en-US" altLang="zh-CN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AI</a:t>
            </a: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智能体自动完成响应全过程，用户无需专业知识，一键参与</a:t>
            </a: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5015231" y="1812608"/>
            <a:ext cx="6208393" cy="580832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376FFF"/>
                </a:solidFill>
                <a:latin typeface="+mn-ea"/>
                <a:cs typeface="+mn-ea"/>
              </a:rPr>
              <a:t>用户不知道“怎么调、调多少”</a:t>
            </a: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5015231" y="3994468"/>
            <a:ext cx="6208395" cy="9531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实现秒级设备调节，响应速度从30分钟降至1分钟以内，精准捕捉每一次市场机会</a:t>
            </a: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5015231" y="3396933"/>
            <a:ext cx="6208393" cy="580832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rgbClr val="17D594"/>
                </a:solidFill>
                <a:latin typeface="+mn-ea"/>
                <a:cs typeface="+mn-ea"/>
                <a:sym typeface="+mn-ea"/>
              </a:rPr>
              <a:t>响应不够快，错过补贴窗口</a:t>
            </a:r>
          </a:p>
        </p:txBody>
      </p:sp>
      <p:sp>
        <p:nvSpPr>
          <p:cNvPr id="27" name="任意多边形: 形状 26"/>
          <p:cNvSpPr/>
          <p:nvPr>
            <p:custDataLst>
              <p:tags r:id="rId8"/>
            </p:custDataLst>
          </p:nvPr>
        </p:nvSpPr>
        <p:spPr>
          <a:xfrm>
            <a:off x="968375" y="2085023"/>
            <a:ext cx="3172579" cy="4176000"/>
          </a:xfrm>
          <a:custGeom>
            <a:avLst/>
            <a:gdLst>
              <a:gd name="connsiteX0" fmla="*/ 1084579 w 3172579"/>
              <a:gd name="connsiteY0" fmla="*/ 0 h 4176000"/>
              <a:gd name="connsiteX1" fmla="*/ 3172579 w 3172579"/>
              <a:gd name="connsiteY1" fmla="*/ 2088000 h 4176000"/>
              <a:gd name="connsiteX2" fmla="*/ 1084579 w 3172579"/>
              <a:gd name="connsiteY2" fmla="*/ 4176000 h 4176000"/>
              <a:gd name="connsiteX3" fmla="*/ 89315 w 3172579"/>
              <a:gd name="connsiteY3" fmla="*/ 3923990 h 4176000"/>
              <a:gd name="connsiteX4" fmla="*/ 0 w 3172579"/>
              <a:gd name="connsiteY4" fmla="*/ 3869730 h 4176000"/>
              <a:gd name="connsiteX5" fmla="*/ 0 w 3172579"/>
              <a:gd name="connsiteY5" fmla="*/ 306270 h 4176000"/>
              <a:gd name="connsiteX6" fmla="*/ 89315 w 3172579"/>
              <a:gd name="connsiteY6" fmla="*/ 252010 h 4176000"/>
              <a:gd name="connsiteX7" fmla="*/ 1084579 w 3172579"/>
              <a:gd name="connsiteY7" fmla="*/ 0 h 41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2579" h="4176000">
                <a:moveTo>
                  <a:pt x="1084579" y="0"/>
                </a:moveTo>
                <a:cubicBezTo>
                  <a:pt x="2237750" y="0"/>
                  <a:pt x="3172579" y="934829"/>
                  <a:pt x="3172579" y="2088000"/>
                </a:cubicBezTo>
                <a:cubicBezTo>
                  <a:pt x="3172579" y="3241171"/>
                  <a:pt x="2237750" y="4176000"/>
                  <a:pt x="1084579" y="4176000"/>
                </a:cubicBezTo>
                <a:cubicBezTo>
                  <a:pt x="724213" y="4176000"/>
                  <a:pt x="385170" y="4084708"/>
                  <a:pt x="89315" y="3923990"/>
                </a:cubicBezTo>
                <a:lnTo>
                  <a:pt x="0" y="3869730"/>
                </a:lnTo>
                <a:lnTo>
                  <a:pt x="0" y="306270"/>
                </a:lnTo>
                <a:lnTo>
                  <a:pt x="89315" y="252010"/>
                </a:lnTo>
                <a:cubicBezTo>
                  <a:pt x="385170" y="91292"/>
                  <a:pt x="724213" y="0"/>
                  <a:pt x="1084579" y="0"/>
                </a:cubicBezTo>
                <a:close/>
              </a:path>
            </a:pathLst>
          </a:custGeom>
          <a:noFill/>
          <a:ln>
            <a:gradFill>
              <a:gsLst>
                <a:gs pos="100000">
                  <a:srgbClr val="000000">
                    <a:lumMod val="50000"/>
                    <a:lumOff val="50000"/>
                    <a:alpha val="30000"/>
                  </a:srgbClr>
                </a:gs>
                <a:gs pos="15000">
                  <a:srgbClr val="FFFFFF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3815716" y="3866198"/>
            <a:ext cx="607695" cy="607695"/>
          </a:xfrm>
          <a:prstGeom prst="ellipse">
            <a:avLst/>
          </a:prstGeom>
          <a:solidFill>
            <a:srgbClr val="17D594"/>
          </a:solidFill>
          <a:ln>
            <a:gradFill>
              <a:gsLst>
                <a:gs pos="37000">
                  <a:srgbClr val="FFFFFF"/>
                </a:gs>
                <a:gs pos="0">
                  <a:srgbClr val="17D594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17D594">
                    <a:lumMod val="20000"/>
                    <a:lumOff val="80000"/>
                  </a:srgbClr>
                </a:gs>
              </a:gsLst>
              <a:lin ang="15780000" scaled="0"/>
            </a:gra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33" name="椭圆 32"/>
          <p:cNvSpPr/>
          <p:nvPr>
            <p:custDataLst>
              <p:tags r:id="rId10"/>
            </p:custDataLst>
          </p:nvPr>
        </p:nvSpPr>
        <p:spPr>
          <a:xfrm>
            <a:off x="3253741" y="2411413"/>
            <a:ext cx="607695" cy="607695"/>
          </a:xfrm>
          <a:prstGeom prst="ellipse">
            <a:avLst/>
          </a:prstGeom>
          <a:solidFill>
            <a:srgbClr val="376FFF"/>
          </a:solidFill>
          <a:ln>
            <a:gradFill>
              <a:gsLst>
                <a:gs pos="37000">
                  <a:srgbClr val="FFFFFF"/>
                </a:gs>
                <a:gs pos="0">
                  <a:srgbClr val="376FFF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376FFF">
                    <a:lumMod val="20000"/>
                    <a:lumOff val="80000"/>
                  </a:srgbClr>
                </a:gs>
              </a:gsLst>
              <a:lin ang="15780000" scaled="0"/>
            </a:gra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tIns="4572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3253741" y="5320348"/>
            <a:ext cx="607695" cy="607695"/>
          </a:xfrm>
          <a:prstGeom prst="ellipse">
            <a:avLst/>
          </a:prstGeom>
          <a:solidFill>
            <a:srgbClr val="FFC000"/>
          </a:solidFill>
          <a:ln>
            <a:gradFill>
              <a:gsLst>
                <a:gs pos="37000">
                  <a:srgbClr val="FFFFFF"/>
                </a:gs>
                <a:gs pos="0">
                  <a:srgbClr val="8830FE">
                    <a:lumMod val="20000"/>
                    <a:lumOff val="80000"/>
                  </a:srgbClr>
                </a:gs>
                <a:gs pos="100000">
                  <a:srgbClr val="FFFFFF"/>
                </a:gs>
                <a:gs pos="71000">
                  <a:srgbClr val="FFC000">
                    <a:lumMod val="20000"/>
                    <a:lumOff val="80000"/>
                  </a:srgbClr>
                </a:gs>
              </a:gsLst>
              <a:lin ang="16200000" scaled="0"/>
            </a:gra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9" name="椭圆 8"/>
          <p:cNvSpPr/>
          <p:nvPr>
            <p:custDataLst>
              <p:tags r:id="rId12"/>
            </p:custDataLst>
          </p:nvPr>
        </p:nvSpPr>
        <p:spPr>
          <a:xfrm>
            <a:off x="968375" y="3082608"/>
            <a:ext cx="2169160" cy="2169160"/>
          </a:xfrm>
          <a:prstGeom prst="ellipse">
            <a:avLst/>
          </a:prstGeom>
          <a:solidFill>
            <a:srgbClr val="376FFF"/>
          </a:solidFill>
          <a:ln>
            <a:gradFill>
              <a:gsLst>
                <a:gs pos="37000">
                  <a:srgbClr val="FFFFFF"/>
                </a:gs>
                <a:gs pos="0">
                  <a:srgbClr val="376FFF">
                    <a:lumMod val="45000"/>
                    <a:lumOff val="55000"/>
                  </a:srgbClr>
                </a:gs>
                <a:gs pos="100000">
                  <a:srgbClr val="FFFFFF"/>
                </a:gs>
                <a:gs pos="71000">
                  <a:srgbClr val="376FFF">
                    <a:lumMod val="30000"/>
                    <a:lumOff val="70000"/>
                  </a:srgbClr>
                </a:gs>
              </a:gsLst>
              <a:lin ang="16200000" scaled="0"/>
            </a:gra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spc="15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解决客户的核心痛点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5184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二、虚拟电厂</a:t>
            </a:r>
            <a:r>
              <a:rPr lang="zh-CN" altLang="en-US" sz="2400" b="1" dirty="0">
                <a:sym typeface="+mn-ea"/>
              </a:rPr>
              <a:t>核心功能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需求响应</a:t>
            </a:r>
          </a:p>
          <a:p>
            <a:endParaRPr lang="zh-CN" altLang="en-US" sz="2400" b="1" dirty="0"/>
          </a:p>
        </p:txBody>
      </p:sp>
      <p:sp>
        <p:nvSpPr>
          <p:cNvPr id="168" name="标题 1"/>
          <p:cNvSpPr>
            <a:spLocks noGrp="1"/>
          </p:cNvSpPr>
          <p:nvPr/>
        </p:nvSpPr>
        <p:spPr>
          <a:xfrm>
            <a:off x="6432550" y="121834"/>
            <a:ext cx="5580380" cy="396240"/>
          </a:xfrm>
          <a:solidFill>
            <a:srgbClr val="0070C0"/>
          </a:solidFill>
        </p:spPr>
        <p:txBody>
          <a:bodyPr tIns="71755" anchor="ctr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rgbClr val="0060B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r"/>
            <a:endParaRPr lang="zh-CN" altLang="en-US" sz="2400" dirty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deepseek_mermaid_20260722_2181a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" y="789940"/>
            <a:ext cx="11844020" cy="191833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869950" y="3003550"/>
            <a:ext cx="10866755" cy="344805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202690" y="3133090"/>
            <a:ext cx="9802495" cy="15011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zh-CN" altLang="en-US" sz="2000" b="1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全流程智能化闭环管理</a:t>
            </a:r>
          </a:p>
          <a:p>
            <a:pPr marL="0" indent="0">
              <a:lnSpc>
                <a:spcPct val="150000"/>
              </a:lnSpc>
            </a:pPr>
            <a:r>
              <a:rPr lang="zh-CN" altLang="en-US" sz="160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从“预测-邀约-报价-调控-结算”五大环节实现智能化闭环：</a:t>
            </a:r>
            <a:r>
              <a:rPr lang="en-US" altLang="zh-CN" sz="160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预测电网供需风险并提前预警，智能交易体高频推送报价策略，调控体实现设备无感精准调节，结算体自动核算收益并发放补贴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202690" y="4634230"/>
            <a:ext cx="9802495" cy="171386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zh-CN" altLang="en-US" sz="2000" b="1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客户价值</a:t>
            </a:r>
          </a:p>
          <a:p>
            <a:pPr marL="0" indent="0">
              <a:lnSpc>
                <a:spcPct val="150000"/>
              </a:lnSpc>
            </a:pPr>
            <a:r>
              <a:rPr lang="en-US" altLang="zh-CN" sz="160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、响应补贴直接增收（参与需求响应即可获得电网发放的补贴激励）；</a:t>
            </a:r>
            <a:r>
              <a:rPr lang="en-US" altLang="zh-CN" sz="160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节约电费支出</a:t>
            </a:r>
          </a:p>
          <a:p>
            <a:pPr marL="0" indent="0">
              <a:lnSpc>
                <a:spcPct val="150000"/>
              </a:lnSpc>
            </a:pP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、参与电力现货市场获利（可常态化参与电力现货市场运营获取增值收益）；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、不影响正常生活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8604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二、多源数据驱动的电价时序大模型预测方法</a:t>
            </a: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4574245" y="2459295"/>
            <a:ext cx="3095068" cy="984353"/>
          </a:xfrm>
          <a:prstGeom prst="rect">
            <a:avLst/>
          </a:prstGeom>
          <a:solidFill>
            <a:srgbClr val="F4FAF8"/>
          </a:solidFill>
          <a:ln w="952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chemeClr val="tx1"/>
                </a:solidFill>
                <a:prstDash val="sysDash"/>
              </a:ln>
              <a:noFill/>
            </a:endParaRPr>
          </a:p>
        </p:txBody>
      </p:sp>
      <p:sp>
        <p:nvSpPr>
          <p:cNvPr id="115" name="圆角矩形 114"/>
          <p:cNvSpPr/>
          <p:nvPr/>
        </p:nvSpPr>
        <p:spPr>
          <a:xfrm>
            <a:off x="5382260" y="2503170"/>
            <a:ext cx="494453" cy="231987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4" name="圆角矩形 113"/>
          <p:cNvSpPr/>
          <p:nvPr/>
        </p:nvSpPr>
        <p:spPr>
          <a:xfrm>
            <a:off x="4732020" y="2503170"/>
            <a:ext cx="494453" cy="231987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7" name="矩形: 圆角 36"/>
          <p:cNvSpPr/>
          <p:nvPr/>
        </p:nvSpPr>
        <p:spPr>
          <a:xfrm>
            <a:off x="1911789" y="4206850"/>
            <a:ext cx="1767441" cy="291736"/>
          </a:xfrm>
          <a:prstGeom prst="roundRect">
            <a:avLst>
              <a:gd name="adj" fmla="val 844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6" name="矩形: 圆角 35"/>
          <p:cNvSpPr/>
          <p:nvPr/>
        </p:nvSpPr>
        <p:spPr>
          <a:xfrm>
            <a:off x="712640" y="962510"/>
            <a:ext cx="2992933" cy="291736"/>
          </a:xfrm>
          <a:prstGeom prst="roundRect">
            <a:avLst>
              <a:gd name="adj" fmla="val 844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5" name="矩形: 圆角 34"/>
          <p:cNvSpPr/>
          <p:nvPr/>
        </p:nvSpPr>
        <p:spPr>
          <a:xfrm>
            <a:off x="696381" y="2595586"/>
            <a:ext cx="2992933" cy="291736"/>
          </a:xfrm>
          <a:prstGeom prst="roundRect">
            <a:avLst>
              <a:gd name="adj" fmla="val 844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矩形 2"/>
          <p:cNvSpPr/>
          <p:nvPr/>
        </p:nvSpPr>
        <p:spPr>
          <a:xfrm>
            <a:off x="622293" y="898737"/>
            <a:ext cx="3120945" cy="1494985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chemeClr val="tx1"/>
                </a:solidFill>
                <a:prstDash val="sysDash"/>
              </a:ln>
              <a:noFill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2295" y="2547726"/>
            <a:ext cx="3120945" cy="1476605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chemeClr val="tx1"/>
                </a:solidFill>
                <a:prstDash val="sysDash"/>
              </a:ln>
              <a:noFill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2296" y="4156887"/>
            <a:ext cx="3120945" cy="1476605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chemeClr val="tx1"/>
                </a:solidFill>
                <a:prstDash val="sysDash"/>
              </a:ln>
              <a:noFill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33671" y="898737"/>
            <a:ext cx="7672017" cy="4751008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chemeClr val="tx1"/>
                </a:solidFill>
                <a:prstDash val="sysDash"/>
              </a:ln>
              <a:noFill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86299" y="1291093"/>
            <a:ext cx="2992933" cy="1043637"/>
          </a:xfrm>
          <a:prstGeom prst="roundRect">
            <a:avLst>
              <a:gd name="adj" fmla="val 8448"/>
            </a:avLst>
          </a:prstGeom>
          <a:solidFill>
            <a:srgbClr val="D8E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矩形: 圆角 20"/>
          <p:cNvSpPr/>
          <p:nvPr/>
        </p:nvSpPr>
        <p:spPr>
          <a:xfrm>
            <a:off x="776195" y="1403527"/>
            <a:ext cx="625571" cy="858471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2" name="矩形: 圆角 21"/>
          <p:cNvSpPr/>
          <p:nvPr/>
        </p:nvSpPr>
        <p:spPr>
          <a:xfrm>
            <a:off x="1458943" y="1403527"/>
            <a:ext cx="673000" cy="858471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3" name="矩形: 圆角 22"/>
          <p:cNvSpPr/>
          <p:nvPr/>
        </p:nvSpPr>
        <p:spPr>
          <a:xfrm>
            <a:off x="2190267" y="1403525"/>
            <a:ext cx="673000" cy="858471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4" name="矩形: 圆角 23"/>
          <p:cNvSpPr/>
          <p:nvPr/>
        </p:nvSpPr>
        <p:spPr>
          <a:xfrm>
            <a:off x="2920443" y="1403523"/>
            <a:ext cx="673000" cy="858471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759053" y="1547329"/>
            <a:ext cx="66492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数据缺失与噪声</a:t>
            </a:r>
          </a:p>
        </p:txBody>
      </p:sp>
      <p:sp>
        <p:nvSpPr>
          <p:cNvPr id="26" name="矩形 25"/>
          <p:cNvSpPr/>
          <p:nvPr/>
        </p:nvSpPr>
        <p:spPr>
          <a:xfrm>
            <a:off x="2921367" y="1548197"/>
            <a:ext cx="66492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预测稳定性不足</a:t>
            </a:r>
          </a:p>
        </p:txBody>
      </p:sp>
      <p:sp>
        <p:nvSpPr>
          <p:cNvPr id="27" name="矩形 26"/>
          <p:cNvSpPr/>
          <p:nvPr/>
        </p:nvSpPr>
        <p:spPr>
          <a:xfrm>
            <a:off x="1459021" y="1564126"/>
            <a:ext cx="664923" cy="419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特征信息不全</a:t>
            </a:r>
          </a:p>
        </p:txBody>
      </p:sp>
      <p:sp>
        <p:nvSpPr>
          <p:cNvPr id="28" name="矩形 27"/>
          <p:cNvSpPr/>
          <p:nvPr/>
        </p:nvSpPr>
        <p:spPr>
          <a:xfrm>
            <a:off x="2192848" y="1566751"/>
            <a:ext cx="664923" cy="4197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价格结构偏移</a:t>
            </a:r>
          </a:p>
        </p:txBody>
      </p:sp>
      <p:sp>
        <p:nvSpPr>
          <p:cNvPr id="29" name="矩形 28"/>
          <p:cNvSpPr/>
          <p:nvPr/>
        </p:nvSpPr>
        <p:spPr>
          <a:xfrm>
            <a:off x="731520" y="942763"/>
            <a:ext cx="2932853" cy="2971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35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量测与历史数据存在缺失与噪声</a:t>
            </a:r>
          </a:p>
        </p:txBody>
      </p:sp>
      <p:sp>
        <p:nvSpPr>
          <p:cNvPr id="30" name="矩形 29"/>
          <p:cNvSpPr/>
          <p:nvPr/>
        </p:nvSpPr>
        <p:spPr>
          <a:xfrm>
            <a:off x="1173036" y="2578081"/>
            <a:ext cx="2217672" cy="2971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35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多模态数据特征对齐问题</a:t>
            </a:r>
            <a:endParaRPr lang="zh-CN" altLang="en-US" sz="1335" b="1" dirty="0"/>
          </a:p>
        </p:txBody>
      </p:sp>
      <p:sp>
        <p:nvSpPr>
          <p:cNvPr id="25" name="矩形: 圆角 24"/>
          <p:cNvSpPr/>
          <p:nvPr/>
        </p:nvSpPr>
        <p:spPr>
          <a:xfrm>
            <a:off x="686299" y="2907965"/>
            <a:ext cx="2992933" cy="1067868"/>
          </a:xfrm>
          <a:prstGeom prst="roundRect">
            <a:avLst>
              <a:gd name="adj" fmla="val 8448"/>
            </a:avLst>
          </a:prstGeom>
          <a:solidFill>
            <a:srgbClr val="D8E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1" name="矩形: 圆角 30"/>
          <p:cNvSpPr/>
          <p:nvPr/>
        </p:nvSpPr>
        <p:spPr>
          <a:xfrm>
            <a:off x="1908601" y="4561926"/>
            <a:ext cx="1770631" cy="316864"/>
          </a:xfrm>
          <a:prstGeom prst="roundRect">
            <a:avLst>
              <a:gd name="adj" fmla="val 8448"/>
            </a:avLst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3" name="矩形: 圆角 32"/>
          <p:cNvSpPr/>
          <p:nvPr/>
        </p:nvSpPr>
        <p:spPr>
          <a:xfrm>
            <a:off x="1911791" y="4913570"/>
            <a:ext cx="1770631" cy="316864"/>
          </a:xfrm>
          <a:prstGeom prst="roundRect">
            <a:avLst>
              <a:gd name="adj" fmla="val 8448"/>
            </a:avLst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4" name="矩形: 圆角 33"/>
          <p:cNvSpPr/>
          <p:nvPr/>
        </p:nvSpPr>
        <p:spPr>
          <a:xfrm>
            <a:off x="1917916" y="5263469"/>
            <a:ext cx="1770631" cy="316864"/>
          </a:xfrm>
          <a:prstGeom prst="roundRect">
            <a:avLst>
              <a:gd name="adj" fmla="val 8448"/>
            </a:avLst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908600" y="4192029"/>
            <a:ext cx="1779945" cy="29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335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极端场景预测问题</a:t>
            </a:r>
            <a:endParaRPr lang="zh-CN" altLang="en-US" sz="133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77332" y="4567537"/>
            <a:ext cx="1402080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多日无风风电场景</a:t>
            </a:r>
            <a:endParaRPr lang="zh-CN" altLang="en-US" sz="1200" dirty="0"/>
          </a:p>
        </p:txBody>
      </p:sp>
      <p:sp>
        <p:nvSpPr>
          <p:cNvPr id="38" name="矩形 37"/>
          <p:cNvSpPr/>
          <p:nvPr/>
        </p:nvSpPr>
        <p:spPr>
          <a:xfrm>
            <a:off x="2073973" y="4917897"/>
            <a:ext cx="1567593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极端爬坡事件场景</a:t>
            </a:r>
            <a:endParaRPr lang="zh-CN" altLang="en-US" sz="1200" dirty="0"/>
          </a:p>
        </p:txBody>
      </p:sp>
      <p:sp>
        <p:nvSpPr>
          <p:cNvPr id="39" name="矩形 38"/>
          <p:cNvSpPr/>
          <p:nvPr/>
        </p:nvSpPr>
        <p:spPr>
          <a:xfrm>
            <a:off x="2077332" y="5265562"/>
            <a:ext cx="1402080" cy="27559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极端天气事件场景</a:t>
            </a:r>
            <a:endParaRPr lang="zh-CN" altLang="en-US" sz="1200" dirty="0"/>
          </a:p>
        </p:txBody>
      </p:sp>
      <p:sp>
        <p:nvSpPr>
          <p:cNvPr id="40" name="矩形: 圆角 39"/>
          <p:cNvSpPr/>
          <p:nvPr/>
        </p:nvSpPr>
        <p:spPr>
          <a:xfrm>
            <a:off x="667053" y="4206517"/>
            <a:ext cx="1196168" cy="1366821"/>
          </a:xfrm>
          <a:prstGeom prst="roundRect">
            <a:avLst>
              <a:gd name="adj" fmla="val 3326"/>
            </a:avLst>
          </a:prstGeom>
          <a:noFill/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矩形: 圆角 40"/>
          <p:cNvSpPr/>
          <p:nvPr/>
        </p:nvSpPr>
        <p:spPr>
          <a:xfrm>
            <a:off x="2285153" y="3111923"/>
            <a:ext cx="1301327" cy="822113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2" name="矩形: 圆角 41"/>
          <p:cNvSpPr/>
          <p:nvPr/>
        </p:nvSpPr>
        <p:spPr>
          <a:xfrm>
            <a:off x="788247" y="3108537"/>
            <a:ext cx="1301327" cy="822113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/>
        </p:nvSpPr>
        <p:spPr>
          <a:xfrm>
            <a:off x="864447" y="2848651"/>
            <a:ext cx="1134110" cy="2552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65" b="1" dirty="0"/>
              <a:t>数值型时序数据</a:t>
            </a:r>
            <a:endParaRPr lang="zh-CN" altLang="en-US" sz="1065" dirty="0"/>
          </a:p>
        </p:txBody>
      </p:sp>
      <p:sp>
        <p:nvSpPr>
          <p:cNvPr id="47" name="矩形: 圆角 46"/>
          <p:cNvSpPr/>
          <p:nvPr/>
        </p:nvSpPr>
        <p:spPr>
          <a:xfrm>
            <a:off x="6409025" y="942962"/>
            <a:ext cx="2992933" cy="291736"/>
          </a:xfrm>
          <a:prstGeom prst="roundRect">
            <a:avLst>
              <a:gd name="adj" fmla="val 844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8" name="矩形 47"/>
          <p:cNvSpPr/>
          <p:nvPr/>
        </p:nvSpPr>
        <p:spPr>
          <a:xfrm>
            <a:off x="6416040" y="908050"/>
            <a:ext cx="2986193" cy="2971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35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多源多模态时序大模型能力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3934436" y="1319261"/>
            <a:ext cx="597303" cy="1015469"/>
          </a:xfrm>
          <a:prstGeom prst="roundRect">
            <a:avLst>
              <a:gd name="adj" fmla="val 8448"/>
            </a:avLst>
          </a:prstGeom>
          <a:solidFill>
            <a:srgbClr val="D8E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0" name="矩形 49"/>
          <p:cNvSpPr/>
          <p:nvPr/>
        </p:nvSpPr>
        <p:spPr>
          <a:xfrm>
            <a:off x="4567525" y="1336641"/>
            <a:ext cx="3095068" cy="984353"/>
          </a:xfrm>
          <a:prstGeom prst="rect">
            <a:avLst/>
          </a:prstGeom>
          <a:solidFill>
            <a:srgbClr val="F4FAF8"/>
          </a:solidFill>
          <a:ln w="952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chemeClr val="tx1"/>
                </a:solidFill>
                <a:prstDash val="sysDash"/>
              </a:ln>
              <a:noFill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3934436" y="2443738"/>
            <a:ext cx="597303" cy="1015469"/>
          </a:xfrm>
          <a:prstGeom prst="roundRect">
            <a:avLst>
              <a:gd name="adj" fmla="val 8448"/>
            </a:avLst>
          </a:prstGeom>
          <a:solidFill>
            <a:srgbClr val="D8E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4" name="矩形: 圆角 53"/>
          <p:cNvSpPr/>
          <p:nvPr/>
        </p:nvSpPr>
        <p:spPr>
          <a:xfrm>
            <a:off x="3944181" y="3576094"/>
            <a:ext cx="597303" cy="967472"/>
          </a:xfrm>
          <a:prstGeom prst="roundRect">
            <a:avLst>
              <a:gd name="adj" fmla="val 8448"/>
            </a:avLst>
          </a:prstGeom>
          <a:solidFill>
            <a:srgbClr val="D8E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5" name="矩形: 圆角 54"/>
          <p:cNvSpPr/>
          <p:nvPr/>
        </p:nvSpPr>
        <p:spPr>
          <a:xfrm>
            <a:off x="3944181" y="4594159"/>
            <a:ext cx="597303" cy="967472"/>
          </a:xfrm>
          <a:prstGeom prst="roundRect">
            <a:avLst>
              <a:gd name="adj" fmla="val 8448"/>
            </a:avLst>
          </a:prstGeom>
          <a:solidFill>
            <a:srgbClr val="D8E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6" name="矩形 55"/>
          <p:cNvSpPr/>
          <p:nvPr/>
        </p:nvSpPr>
        <p:spPr>
          <a:xfrm>
            <a:off x="4574245" y="3582317"/>
            <a:ext cx="3095068" cy="1979315"/>
          </a:xfrm>
          <a:prstGeom prst="rect">
            <a:avLst/>
          </a:prstGeom>
          <a:solidFill>
            <a:srgbClr val="F4FAF8"/>
          </a:solidFill>
          <a:ln w="952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chemeClr val="tx1"/>
                </a:solidFill>
                <a:prstDash val="sysDash"/>
              </a:ln>
              <a:noFill/>
            </a:endParaRPr>
          </a:p>
        </p:txBody>
      </p:sp>
      <p:sp>
        <p:nvSpPr>
          <p:cNvPr id="10" name="箭头: 右 9"/>
          <p:cNvSpPr/>
          <p:nvPr/>
        </p:nvSpPr>
        <p:spPr>
          <a:xfrm>
            <a:off x="7765157" y="1513997"/>
            <a:ext cx="261097" cy="453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7" name="箭头: 右 56"/>
          <p:cNvSpPr/>
          <p:nvPr/>
        </p:nvSpPr>
        <p:spPr>
          <a:xfrm>
            <a:off x="7762617" y="4233895"/>
            <a:ext cx="261097" cy="453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8" name="矩形 57"/>
          <p:cNvSpPr/>
          <p:nvPr/>
        </p:nvSpPr>
        <p:spPr>
          <a:xfrm>
            <a:off x="7764780" y="1336463"/>
            <a:ext cx="3417993" cy="423756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>
                <a:solidFill>
                  <a:schemeClr val="tx1"/>
                </a:solidFill>
                <a:prstDash val="sysDash"/>
              </a:ln>
              <a:noFill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946461" y="1398486"/>
            <a:ext cx="606044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领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域机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理融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合能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力</a:t>
            </a:r>
          </a:p>
        </p:txBody>
      </p:sp>
      <p:sp>
        <p:nvSpPr>
          <p:cNvPr id="61" name="矩形 60"/>
          <p:cNvSpPr/>
          <p:nvPr/>
        </p:nvSpPr>
        <p:spPr>
          <a:xfrm>
            <a:off x="3946461" y="2547866"/>
            <a:ext cx="606044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多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尺度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时序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建模</a:t>
            </a:r>
          </a:p>
        </p:txBody>
      </p:sp>
      <p:sp>
        <p:nvSpPr>
          <p:cNvPr id="62" name="矩形 61"/>
          <p:cNvSpPr/>
          <p:nvPr/>
        </p:nvSpPr>
        <p:spPr>
          <a:xfrm>
            <a:off x="3952663" y="3555147"/>
            <a:ext cx="597303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跨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场景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泛化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与稳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定性</a:t>
            </a:r>
          </a:p>
        </p:txBody>
      </p:sp>
      <p:sp>
        <p:nvSpPr>
          <p:cNvPr id="63" name="矩形 62"/>
          <p:cNvSpPr/>
          <p:nvPr/>
        </p:nvSpPr>
        <p:spPr>
          <a:xfrm>
            <a:off x="3934883" y="4594498"/>
            <a:ext cx="597303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复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杂模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式表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达能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力</a:t>
            </a:r>
          </a:p>
        </p:txBody>
      </p:sp>
      <p:sp>
        <p:nvSpPr>
          <p:cNvPr id="43" name="矩形 42"/>
          <p:cNvSpPr/>
          <p:nvPr/>
        </p:nvSpPr>
        <p:spPr>
          <a:xfrm>
            <a:off x="6416252" y="3661410"/>
            <a:ext cx="266700" cy="612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数据量</a:t>
            </a:r>
          </a:p>
        </p:txBody>
      </p:sp>
      <p:sp>
        <p:nvSpPr>
          <p:cNvPr id="44" name="矩形 43"/>
          <p:cNvSpPr/>
          <p:nvPr/>
        </p:nvSpPr>
        <p:spPr>
          <a:xfrm>
            <a:off x="6414347" y="4352290"/>
            <a:ext cx="266700" cy="612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参数量</a:t>
            </a:r>
          </a:p>
        </p:txBody>
      </p:sp>
      <p:sp>
        <p:nvSpPr>
          <p:cNvPr id="45" name="矩形 44"/>
          <p:cNvSpPr/>
          <p:nvPr/>
        </p:nvSpPr>
        <p:spPr>
          <a:xfrm>
            <a:off x="7062893" y="3661410"/>
            <a:ext cx="503767" cy="612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062893" y="4352290"/>
            <a:ext cx="503767" cy="612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982248" y="3725333"/>
            <a:ext cx="649393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参数结构重组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6991773" y="4393353"/>
            <a:ext cx="649393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信息拓扑跃迁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6628765" y="3674110"/>
            <a:ext cx="471805" cy="419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ts val="1280"/>
              </a:lnSpc>
            </a:pPr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达到</a:t>
            </a:r>
          </a:p>
          <a:p>
            <a:pPr indent="0" fontAlgn="auto">
              <a:lnSpc>
                <a:spcPts val="1280"/>
              </a:lnSpc>
            </a:pPr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临界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6633845" y="4364990"/>
            <a:ext cx="551180" cy="419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ts val="1280"/>
              </a:lnSpc>
            </a:pPr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达到</a:t>
            </a:r>
          </a:p>
          <a:p>
            <a:pPr indent="0" fontAlgn="auto">
              <a:lnSpc>
                <a:spcPts val="1280"/>
              </a:lnSpc>
            </a:pPr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临界</a:t>
            </a:r>
          </a:p>
        </p:txBody>
      </p:sp>
      <p:cxnSp>
        <p:nvCxnSpPr>
          <p:cNvPr id="73" name="直接箭头连接符 72"/>
          <p:cNvCxnSpPr/>
          <p:nvPr/>
        </p:nvCxnSpPr>
        <p:spPr>
          <a:xfrm>
            <a:off x="6681682" y="4784513"/>
            <a:ext cx="348827" cy="0"/>
          </a:xfrm>
          <a:prstGeom prst="straightConnector1">
            <a:avLst/>
          </a:prstGeom>
          <a:ln>
            <a:solidFill>
              <a:srgbClr val="03285D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86647" y="3118697"/>
            <a:ext cx="1524847" cy="59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lnSpc>
                <a:spcPts val="1300"/>
              </a:lnSpc>
              <a:buFont typeface="Wingdings" panose="05000000000000000000" pitchFamily="2" charset="2"/>
              <a:buChar char="ü"/>
            </a:pPr>
            <a:r>
              <a:rPr lang="zh-CN" altLang="en-US" sz="1065" b="1" dirty="0"/>
              <a:t>天气与气候信息</a:t>
            </a:r>
          </a:p>
          <a:p>
            <a:pPr marL="171450" indent="-171450" algn="l">
              <a:lnSpc>
                <a:spcPts val="1300"/>
              </a:lnSpc>
              <a:buFont typeface="Wingdings" panose="05000000000000000000" pitchFamily="2" charset="2"/>
              <a:buChar char="ü"/>
            </a:pPr>
            <a:r>
              <a:rPr lang="zh-CN" altLang="en-US" sz="1065" b="1" dirty="0"/>
              <a:t>气象观测数据</a:t>
            </a:r>
          </a:p>
          <a:p>
            <a:pPr marL="171450" indent="-171450" algn="l">
              <a:lnSpc>
                <a:spcPts val="1300"/>
              </a:lnSpc>
              <a:buFont typeface="Wingdings" panose="05000000000000000000" pitchFamily="2" charset="2"/>
              <a:buChar char="ü"/>
            </a:pPr>
            <a:r>
              <a:rPr lang="zh-CN" altLang="en-US" sz="1065" b="1" dirty="0"/>
              <a:t>新能源运行数据</a:t>
            </a:r>
          </a:p>
        </p:txBody>
      </p:sp>
      <p:sp>
        <p:nvSpPr>
          <p:cNvPr id="32" name="矩形 31"/>
          <p:cNvSpPr/>
          <p:nvPr/>
        </p:nvSpPr>
        <p:spPr>
          <a:xfrm>
            <a:off x="2278380" y="2848651"/>
            <a:ext cx="1270000" cy="2552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065" b="1" dirty="0"/>
              <a:t>非数值型市场信息</a:t>
            </a:r>
          </a:p>
        </p:txBody>
      </p:sp>
      <p:sp>
        <p:nvSpPr>
          <p:cNvPr id="67" name="矩形 66"/>
          <p:cNvSpPr/>
          <p:nvPr/>
        </p:nvSpPr>
        <p:spPr>
          <a:xfrm>
            <a:off x="2218267" y="3124623"/>
            <a:ext cx="1524847" cy="59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lnSpc>
                <a:spcPts val="1300"/>
              </a:lnSpc>
              <a:buFont typeface="Wingdings" panose="05000000000000000000" pitchFamily="2" charset="2"/>
              <a:buChar char="ü"/>
            </a:pPr>
            <a:r>
              <a:rPr lang="zh-CN" altLang="en-US" sz="1065" b="1" dirty="0"/>
              <a:t>政策规则变化</a:t>
            </a:r>
          </a:p>
          <a:p>
            <a:pPr marL="171450" indent="-171450" algn="l">
              <a:lnSpc>
                <a:spcPts val="1300"/>
              </a:lnSpc>
              <a:buFont typeface="Wingdings" panose="05000000000000000000" pitchFamily="2" charset="2"/>
              <a:buChar char="ü"/>
            </a:pPr>
            <a:r>
              <a:rPr lang="zh-CN" altLang="en-US" sz="1065" b="1" dirty="0"/>
              <a:t>市场公告事件</a:t>
            </a:r>
          </a:p>
          <a:p>
            <a:pPr marL="171450" indent="-171450" algn="l">
              <a:lnSpc>
                <a:spcPts val="1300"/>
              </a:lnSpc>
              <a:buFont typeface="Wingdings" panose="05000000000000000000" pitchFamily="2" charset="2"/>
              <a:buChar char="ü"/>
            </a:pPr>
            <a:r>
              <a:rPr lang="zh-CN" altLang="en-US" sz="1065" b="1" dirty="0"/>
              <a:t>制度约束信息</a:t>
            </a: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47" y="4233757"/>
            <a:ext cx="1163320" cy="1327573"/>
          </a:xfrm>
          <a:prstGeom prst="rect">
            <a:avLst/>
          </a:prstGeom>
        </p:spPr>
      </p:pic>
      <p:sp>
        <p:nvSpPr>
          <p:cNvPr id="81" name="矩形: 圆角 23"/>
          <p:cNvSpPr/>
          <p:nvPr/>
        </p:nvSpPr>
        <p:spPr>
          <a:xfrm>
            <a:off x="4625340" y="1757257"/>
            <a:ext cx="734060" cy="475827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2" name="矩形: 圆角 23"/>
          <p:cNvSpPr/>
          <p:nvPr/>
        </p:nvSpPr>
        <p:spPr>
          <a:xfrm>
            <a:off x="5399193" y="1757257"/>
            <a:ext cx="734060" cy="475827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3" name="文本框 82"/>
          <p:cNvSpPr txBox="1"/>
          <p:nvPr/>
        </p:nvSpPr>
        <p:spPr>
          <a:xfrm>
            <a:off x="4598247" y="1869017"/>
            <a:ext cx="884767" cy="255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供需关系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5339080" y="1777577"/>
            <a:ext cx="856827" cy="419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市场运行约束</a:t>
            </a:r>
          </a:p>
        </p:txBody>
      </p:sp>
      <p:sp>
        <p:nvSpPr>
          <p:cNvPr id="85" name="矩形: 圆角 23"/>
          <p:cNvSpPr/>
          <p:nvPr/>
        </p:nvSpPr>
        <p:spPr>
          <a:xfrm>
            <a:off x="4592320" y="1512570"/>
            <a:ext cx="1678940" cy="745913"/>
          </a:xfrm>
          <a:prstGeom prst="roundRect">
            <a:avLst>
              <a:gd name="adj" fmla="val 8448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noFill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123180" y="1514263"/>
            <a:ext cx="574887" cy="255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融合</a:t>
            </a:r>
          </a:p>
        </p:txBody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4"/>
          <a:srcRect t="1846"/>
          <a:stretch>
            <a:fillRect/>
          </a:stretch>
        </p:blipFill>
        <p:spPr>
          <a:xfrm>
            <a:off x="6409267" y="1438063"/>
            <a:ext cx="1151467" cy="611293"/>
          </a:xfrm>
          <a:prstGeom prst="rect">
            <a:avLst/>
          </a:prstGeom>
        </p:spPr>
      </p:pic>
      <p:sp>
        <p:nvSpPr>
          <p:cNvPr id="88" name="文本框 87"/>
          <p:cNvSpPr txBox="1"/>
          <p:nvPr/>
        </p:nvSpPr>
        <p:spPr>
          <a:xfrm>
            <a:off x="6195907" y="2049357"/>
            <a:ext cx="1715347" cy="255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预测结果的业务一致性</a:t>
            </a:r>
          </a:p>
        </p:txBody>
      </p:sp>
      <p:sp>
        <p:nvSpPr>
          <p:cNvPr id="90" name="矩形 89"/>
          <p:cNvSpPr/>
          <p:nvPr/>
        </p:nvSpPr>
        <p:spPr>
          <a:xfrm>
            <a:off x="4738793" y="2548043"/>
            <a:ext cx="162560" cy="143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1" name="矩形 90"/>
          <p:cNvSpPr/>
          <p:nvPr/>
        </p:nvSpPr>
        <p:spPr>
          <a:xfrm>
            <a:off x="4901353" y="2548043"/>
            <a:ext cx="162560" cy="143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2" name="矩形 91"/>
          <p:cNvSpPr/>
          <p:nvPr/>
        </p:nvSpPr>
        <p:spPr>
          <a:xfrm>
            <a:off x="5063913" y="2548043"/>
            <a:ext cx="162560" cy="143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3" name="矩形 92"/>
          <p:cNvSpPr/>
          <p:nvPr/>
        </p:nvSpPr>
        <p:spPr>
          <a:xfrm>
            <a:off x="5226473" y="2548043"/>
            <a:ext cx="162560" cy="143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4" name="矩形 93"/>
          <p:cNvSpPr/>
          <p:nvPr/>
        </p:nvSpPr>
        <p:spPr>
          <a:xfrm>
            <a:off x="5389033" y="2548043"/>
            <a:ext cx="162560" cy="143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5" name="矩形 94"/>
          <p:cNvSpPr/>
          <p:nvPr/>
        </p:nvSpPr>
        <p:spPr>
          <a:xfrm>
            <a:off x="5551593" y="2548043"/>
            <a:ext cx="162560" cy="143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6" name="矩形 95"/>
          <p:cNvSpPr/>
          <p:nvPr/>
        </p:nvSpPr>
        <p:spPr>
          <a:xfrm>
            <a:off x="5714153" y="2548043"/>
            <a:ext cx="162560" cy="143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7" name="矩形 96"/>
          <p:cNvSpPr/>
          <p:nvPr/>
        </p:nvSpPr>
        <p:spPr>
          <a:xfrm>
            <a:off x="5876713" y="2548043"/>
            <a:ext cx="162560" cy="143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8" name="矩形 97"/>
          <p:cNvSpPr/>
          <p:nvPr/>
        </p:nvSpPr>
        <p:spPr>
          <a:xfrm>
            <a:off x="4745567" y="2848610"/>
            <a:ext cx="162560" cy="1430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9" name="矩形 98"/>
          <p:cNvSpPr/>
          <p:nvPr/>
        </p:nvSpPr>
        <p:spPr>
          <a:xfrm>
            <a:off x="4908127" y="2848610"/>
            <a:ext cx="162560" cy="1430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0" name="矩形 99"/>
          <p:cNvSpPr/>
          <p:nvPr/>
        </p:nvSpPr>
        <p:spPr>
          <a:xfrm>
            <a:off x="5070687" y="2848610"/>
            <a:ext cx="162560" cy="1430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1" name="矩形 100"/>
          <p:cNvSpPr/>
          <p:nvPr/>
        </p:nvSpPr>
        <p:spPr>
          <a:xfrm>
            <a:off x="5233247" y="2848610"/>
            <a:ext cx="162560" cy="1430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2" name="矩形 101"/>
          <p:cNvSpPr/>
          <p:nvPr/>
        </p:nvSpPr>
        <p:spPr>
          <a:xfrm>
            <a:off x="5395807" y="2848610"/>
            <a:ext cx="162560" cy="1430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3" name="矩形 102"/>
          <p:cNvSpPr/>
          <p:nvPr/>
        </p:nvSpPr>
        <p:spPr>
          <a:xfrm>
            <a:off x="5558367" y="2848610"/>
            <a:ext cx="162560" cy="1430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4" name="矩形 103"/>
          <p:cNvSpPr/>
          <p:nvPr/>
        </p:nvSpPr>
        <p:spPr>
          <a:xfrm>
            <a:off x="5720927" y="2848610"/>
            <a:ext cx="162560" cy="1430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 11"/>
          <p:cNvSpPr/>
          <p:nvPr/>
        </p:nvSpPr>
        <p:spPr>
          <a:xfrm>
            <a:off x="5883487" y="2848610"/>
            <a:ext cx="162560" cy="1430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6" name="矩形 105"/>
          <p:cNvSpPr/>
          <p:nvPr/>
        </p:nvSpPr>
        <p:spPr>
          <a:xfrm>
            <a:off x="4738793" y="3202517"/>
            <a:ext cx="162560" cy="143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7" name="矩形 106"/>
          <p:cNvSpPr/>
          <p:nvPr/>
        </p:nvSpPr>
        <p:spPr>
          <a:xfrm>
            <a:off x="4901353" y="3202517"/>
            <a:ext cx="162560" cy="143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8" name="矩形 107"/>
          <p:cNvSpPr/>
          <p:nvPr/>
        </p:nvSpPr>
        <p:spPr>
          <a:xfrm>
            <a:off x="5063913" y="3202517"/>
            <a:ext cx="162560" cy="143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9" name="矩形 108"/>
          <p:cNvSpPr/>
          <p:nvPr/>
        </p:nvSpPr>
        <p:spPr>
          <a:xfrm>
            <a:off x="5226473" y="3202517"/>
            <a:ext cx="162560" cy="143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0" name="矩形 109"/>
          <p:cNvSpPr/>
          <p:nvPr/>
        </p:nvSpPr>
        <p:spPr>
          <a:xfrm>
            <a:off x="5389033" y="3202517"/>
            <a:ext cx="162560" cy="143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1" name="矩形 110"/>
          <p:cNvSpPr/>
          <p:nvPr/>
        </p:nvSpPr>
        <p:spPr>
          <a:xfrm>
            <a:off x="5551593" y="3202517"/>
            <a:ext cx="162560" cy="143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2" name="矩形 111"/>
          <p:cNvSpPr/>
          <p:nvPr/>
        </p:nvSpPr>
        <p:spPr>
          <a:xfrm>
            <a:off x="5714153" y="3202517"/>
            <a:ext cx="162560" cy="143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3" name="矩形 112"/>
          <p:cNvSpPr/>
          <p:nvPr/>
        </p:nvSpPr>
        <p:spPr>
          <a:xfrm>
            <a:off x="5876713" y="3202517"/>
            <a:ext cx="162560" cy="143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116" name="直接箭头连接符 115"/>
          <p:cNvCxnSpPr>
            <a:endCxn id="99" idx="0"/>
          </p:cNvCxnSpPr>
          <p:nvPr/>
        </p:nvCxnSpPr>
        <p:spPr>
          <a:xfrm>
            <a:off x="4989407" y="2735157"/>
            <a:ext cx="0" cy="113453"/>
          </a:xfrm>
          <a:prstGeom prst="straightConnector1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5664200" y="2735157"/>
            <a:ext cx="0" cy="113453"/>
          </a:xfrm>
          <a:prstGeom prst="straightConnector1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>
            <a:endCxn id="111" idx="0"/>
          </p:cNvCxnSpPr>
          <p:nvPr/>
        </p:nvCxnSpPr>
        <p:spPr>
          <a:xfrm>
            <a:off x="5632873" y="2991697"/>
            <a:ext cx="0" cy="210820"/>
          </a:xfrm>
          <a:prstGeom prst="straightConnector1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4989407" y="2991697"/>
            <a:ext cx="0" cy="210820"/>
          </a:xfrm>
          <a:prstGeom prst="straightConnector1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2" name="右大括号 121"/>
          <p:cNvSpPr/>
          <p:nvPr/>
        </p:nvSpPr>
        <p:spPr>
          <a:xfrm>
            <a:off x="6046047" y="2520950"/>
            <a:ext cx="149860" cy="860213"/>
          </a:xfrm>
          <a:prstGeom prst="rightBrac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3" name="矩形: 圆角 23"/>
          <p:cNvSpPr/>
          <p:nvPr/>
        </p:nvSpPr>
        <p:spPr>
          <a:xfrm>
            <a:off x="6272107" y="2548043"/>
            <a:ext cx="1079500" cy="187113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3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长周期</a:t>
            </a:r>
          </a:p>
        </p:txBody>
      </p:sp>
      <p:sp>
        <p:nvSpPr>
          <p:cNvPr id="124" name="矩形: 圆角 23"/>
          <p:cNvSpPr/>
          <p:nvPr/>
        </p:nvSpPr>
        <p:spPr>
          <a:xfrm>
            <a:off x="6272107" y="2780030"/>
            <a:ext cx="1082887" cy="187113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3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短周期</a:t>
            </a:r>
          </a:p>
        </p:txBody>
      </p:sp>
      <p:sp>
        <p:nvSpPr>
          <p:cNvPr id="126" name="矩形: 圆角 23"/>
          <p:cNvSpPr/>
          <p:nvPr/>
        </p:nvSpPr>
        <p:spPr>
          <a:xfrm>
            <a:off x="6195907" y="3194050"/>
            <a:ext cx="1390227" cy="187113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>
              <a:buClrTx/>
              <a:buSzTx/>
              <a:buFont typeface="Wingdings" panose="05000000000000000000" charset="0"/>
              <a:buNone/>
            </a:pPr>
            <a:r>
              <a:rPr lang="zh-CN" altLang="en-US" sz="93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不同市场多周期预测</a:t>
            </a:r>
          </a:p>
        </p:txBody>
      </p:sp>
      <p:cxnSp>
        <p:nvCxnSpPr>
          <p:cNvPr id="127" name="直接箭头连接符 126"/>
          <p:cNvCxnSpPr/>
          <p:nvPr/>
        </p:nvCxnSpPr>
        <p:spPr>
          <a:xfrm>
            <a:off x="6493087" y="2983230"/>
            <a:ext cx="0" cy="210820"/>
          </a:xfrm>
          <a:prstGeom prst="straightConnector1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>
            <a:off x="6813127" y="2983230"/>
            <a:ext cx="0" cy="210820"/>
          </a:xfrm>
          <a:prstGeom prst="straightConnector1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/>
          <p:nvPr/>
        </p:nvCxnSpPr>
        <p:spPr>
          <a:xfrm>
            <a:off x="7146713" y="2983230"/>
            <a:ext cx="0" cy="210820"/>
          </a:xfrm>
          <a:prstGeom prst="straightConnector1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0" name="图片 1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630083"/>
            <a:ext cx="1636607" cy="1905847"/>
          </a:xfrm>
          <a:prstGeom prst="rect">
            <a:avLst/>
          </a:prstGeom>
        </p:spPr>
      </p:pic>
      <p:sp>
        <p:nvSpPr>
          <p:cNvPr id="131" name="文本框 130"/>
          <p:cNvSpPr txBox="1"/>
          <p:nvPr/>
        </p:nvSpPr>
        <p:spPr>
          <a:xfrm>
            <a:off x="6133253" y="5011843"/>
            <a:ext cx="1628987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>
              <a:buClrTx/>
              <a:buSzTx/>
              <a:buFont typeface="Wingdings" panose="05000000000000000000" charset="0"/>
              <a:buNone/>
            </a:pPr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</a:rPr>
              <a:t>捕捉非线性价格变化特征；识别关键时段与异常波动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8445500" y="1398270"/>
            <a:ext cx="2285153" cy="29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335" b="1" dirty="0">
                <a:latin typeface="微软雅黑" panose="020B0503020204020204" charset="-122"/>
                <a:ea typeface="微软雅黑" panose="020B0503020204020204" charset="-122"/>
              </a:rPr>
              <a:t>多时间尺度电价预测输出</a:t>
            </a:r>
          </a:p>
        </p:txBody>
      </p:sp>
      <p:sp>
        <p:nvSpPr>
          <p:cNvPr id="133" name="矩形: 圆角 5"/>
          <p:cNvSpPr/>
          <p:nvPr/>
        </p:nvSpPr>
        <p:spPr>
          <a:xfrm>
            <a:off x="7911253" y="1691217"/>
            <a:ext cx="3117427" cy="1043940"/>
          </a:xfrm>
          <a:prstGeom prst="roundRect">
            <a:avLst>
              <a:gd name="adj" fmla="val 8448"/>
            </a:avLst>
          </a:prstGeom>
          <a:solidFill>
            <a:srgbClr val="D8E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4" name="矩形: 圆角 5"/>
          <p:cNvSpPr/>
          <p:nvPr/>
        </p:nvSpPr>
        <p:spPr>
          <a:xfrm>
            <a:off x="7911253" y="3028950"/>
            <a:ext cx="3117427" cy="1043940"/>
          </a:xfrm>
          <a:prstGeom prst="roundRect">
            <a:avLst>
              <a:gd name="adj" fmla="val 8448"/>
            </a:avLst>
          </a:prstGeom>
          <a:solidFill>
            <a:srgbClr val="D8E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5" name="矩形: 圆角 5"/>
          <p:cNvSpPr/>
          <p:nvPr/>
        </p:nvSpPr>
        <p:spPr>
          <a:xfrm>
            <a:off x="7891780" y="4336203"/>
            <a:ext cx="3117427" cy="1043940"/>
          </a:xfrm>
          <a:prstGeom prst="roundRect">
            <a:avLst>
              <a:gd name="adj" fmla="val 8448"/>
            </a:avLst>
          </a:prstGeom>
          <a:solidFill>
            <a:srgbClr val="D8E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6" name="矩形: 圆角 22"/>
          <p:cNvSpPr/>
          <p:nvPr/>
        </p:nvSpPr>
        <p:spPr>
          <a:xfrm>
            <a:off x="8023800" y="1777751"/>
            <a:ext cx="673000" cy="858471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7" name="矩形: 圆角 22"/>
          <p:cNvSpPr/>
          <p:nvPr/>
        </p:nvSpPr>
        <p:spPr>
          <a:xfrm>
            <a:off x="8023800" y="3147658"/>
            <a:ext cx="673000" cy="858471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8" name="矩形: 圆角 22"/>
          <p:cNvSpPr/>
          <p:nvPr/>
        </p:nvSpPr>
        <p:spPr>
          <a:xfrm>
            <a:off x="8023800" y="4434591"/>
            <a:ext cx="673000" cy="858471"/>
          </a:xfrm>
          <a:prstGeom prst="roundRect">
            <a:avLst>
              <a:gd name="adj" fmla="val 84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9" name="文本框 138"/>
          <p:cNvSpPr txBox="1"/>
          <p:nvPr/>
        </p:nvSpPr>
        <p:spPr>
          <a:xfrm>
            <a:off x="8026400" y="1889337"/>
            <a:ext cx="7239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</a:rPr>
              <a:t>中长期价格趋势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8023860" y="3293110"/>
            <a:ext cx="7239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</a:rPr>
              <a:t>日前</a:t>
            </a:r>
            <a:r>
              <a:rPr lang="en-US" altLang="zh-CN" sz="1065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</a:rPr>
              <a:t>实时电价预测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8026400" y="4498763"/>
            <a:ext cx="7239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65" dirty="0">
                <a:latin typeface="微软雅黑" panose="020B0503020204020204" charset="-122"/>
                <a:ea typeface="微软雅黑" panose="020B0503020204020204" charset="-122"/>
              </a:rPr>
              <a:t>支持策略与风控</a:t>
            </a:r>
          </a:p>
        </p:txBody>
      </p:sp>
      <p:pic>
        <p:nvPicPr>
          <p:cNvPr id="143" name="图片 1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0733" y="1757257"/>
            <a:ext cx="2057400" cy="902547"/>
          </a:xfrm>
          <a:prstGeom prst="rect">
            <a:avLst/>
          </a:prstGeom>
        </p:spPr>
      </p:pic>
      <p:pic>
        <p:nvPicPr>
          <p:cNvPr id="144" name="图片 1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0733" y="3118697"/>
            <a:ext cx="2042160" cy="888153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0733" y="4434417"/>
            <a:ext cx="2042160" cy="835660"/>
          </a:xfrm>
          <a:prstGeom prst="rect">
            <a:avLst/>
          </a:prstGeom>
        </p:spPr>
      </p:pic>
      <p:sp>
        <p:nvSpPr>
          <p:cNvPr id="146" name="文本框 145"/>
          <p:cNvSpPr txBox="1"/>
          <p:nvPr/>
        </p:nvSpPr>
        <p:spPr>
          <a:xfrm>
            <a:off x="622300" y="5796915"/>
            <a:ext cx="10883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</a:rPr>
              <a:t>通过多源多模态融合与多时间尺度建模，构建统一、稳定的电价预测能力；电价预测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D+1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准确率达到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88%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D+2-D+4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准确率均在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75%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以上。</a:t>
            </a:r>
          </a:p>
        </p:txBody>
      </p:sp>
      <p:cxnSp>
        <p:nvCxnSpPr>
          <p:cNvPr id="2" name="直接箭头连接符 1"/>
          <p:cNvCxnSpPr/>
          <p:nvPr/>
        </p:nvCxnSpPr>
        <p:spPr>
          <a:xfrm>
            <a:off x="6681047" y="4090458"/>
            <a:ext cx="348827" cy="0"/>
          </a:xfrm>
          <a:prstGeom prst="straightConnector1">
            <a:avLst/>
          </a:prstGeom>
          <a:ln>
            <a:solidFill>
              <a:srgbClr val="03285D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8604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二、光伏功率预测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气象数据</a:t>
            </a: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35" y="621665"/>
            <a:ext cx="10743565" cy="60432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8604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二、光伏功率预测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预测算法介绍</a:t>
            </a: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782320"/>
            <a:ext cx="10629900" cy="55245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流程图: 过程 14"/>
          <p:cNvSpPr/>
          <p:nvPr/>
        </p:nvSpPr>
        <p:spPr>
          <a:xfrm>
            <a:off x="8650605" y="3763645"/>
            <a:ext cx="2733675" cy="2868930"/>
          </a:xfrm>
          <a:prstGeom prst="flowChartProcess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/>
              <a:t>辅助服务策略</a:t>
            </a:r>
          </a:p>
          <a:p>
            <a:pPr algn="ctr"/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调频：</a:t>
            </a:r>
            <a:r>
              <a:rPr lang="en-US" altLang="zh-CN"/>
              <a:t>SOC 40%-60%</a:t>
            </a:r>
            <a:r>
              <a:rPr lang="zh-CN" altLang="en-US"/>
              <a:t>双向调节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调峰：深度调峰</a:t>
            </a:r>
            <a:r>
              <a:rPr lang="en-US" altLang="zh-CN"/>
              <a:t>+</a:t>
            </a:r>
            <a:r>
              <a:rPr lang="zh-CN" altLang="en-US"/>
              <a:t>顶峰放电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备用：机会成本决策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容量互斥约束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294005" y="63500"/>
            <a:ext cx="8604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二、自动调度策略架构及引擎</a:t>
            </a: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703580" y="894715"/>
            <a:ext cx="4231005" cy="574357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97330" y="1256030"/>
            <a:ext cx="26435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tx1"/>
                </a:solidFill>
              </a:rPr>
              <a:t>系统架构与策略概览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70585" y="1899285"/>
            <a:ext cx="40640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>
                <a:solidFill>
                  <a:schemeClr val="tx1"/>
                </a:solidFill>
              </a:rPr>
              <a:t>API</a:t>
            </a:r>
            <a:r>
              <a:rPr lang="zh-CN" altLang="en-US">
                <a:solidFill>
                  <a:schemeClr val="tx1"/>
                </a:solidFill>
              </a:rPr>
              <a:t>层（</a:t>
            </a:r>
            <a:r>
              <a:rPr lang="en-US" altLang="zh-CN">
                <a:solidFill>
                  <a:schemeClr val="tx1"/>
                </a:solidFill>
              </a:rPr>
              <a:t>FastAPI+RESTful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</a:p>
          <a:p>
            <a:pPr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</a:rPr>
              <a:t>策略编排引擎（</a:t>
            </a:r>
            <a:r>
              <a:rPr lang="en-US" altLang="zh-CN">
                <a:solidFill>
                  <a:schemeClr val="tx1"/>
                </a:solidFill>
              </a:rPr>
              <a:t>Orchestrator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</a:p>
          <a:p>
            <a:pPr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</a:rPr>
              <a:t>现货策略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中长期策略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辅助服务策略</a:t>
            </a:r>
          </a:p>
          <a:p>
            <a:pPr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</a:rPr>
              <a:t>联合优化器（</a:t>
            </a:r>
            <a:r>
              <a:rPr lang="en-US" altLang="zh-CN">
                <a:solidFill>
                  <a:schemeClr val="tx1"/>
                </a:solidFill>
              </a:rPr>
              <a:t>MILP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</a:p>
          <a:p>
            <a:pPr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</a:rPr>
              <a:t>约束管理器</a:t>
            </a:r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 lang="zh-CN" altLang="en-US">
                <a:solidFill>
                  <a:schemeClr val="tx1"/>
                </a:solidFill>
              </a:rPr>
              <a:t>优化求解器</a:t>
            </a:r>
            <a:r>
              <a:rPr lang="en-US" altLang="zh-CN">
                <a:solidFill>
                  <a:schemeClr val="tx1"/>
                </a:solidFill>
              </a:rPr>
              <a:t>(PuLP/CBC)</a:t>
            </a:r>
            <a:endParaRPr lang="zh-CN" altLang="en-US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</a:rPr>
              <a:t>资源模型层（光伏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储能）</a:t>
            </a:r>
          </a:p>
          <a:p>
            <a:pPr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</a:rPr>
              <a:t>数据接入层（预测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电价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设备状态）</a:t>
            </a:r>
          </a:p>
        </p:txBody>
      </p:sp>
      <p:sp>
        <p:nvSpPr>
          <p:cNvPr id="6" name="矩形 5"/>
          <p:cNvSpPr/>
          <p:nvPr/>
        </p:nvSpPr>
        <p:spPr>
          <a:xfrm>
            <a:off x="829310" y="1995805"/>
            <a:ext cx="3911600" cy="5600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9310" y="2555875"/>
            <a:ext cx="3911600" cy="5600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9310" y="3115945"/>
            <a:ext cx="3911600" cy="5600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9310" y="3676015"/>
            <a:ext cx="3911600" cy="5600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9310" y="4236085"/>
            <a:ext cx="3911600" cy="5600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9310" y="4796155"/>
            <a:ext cx="3911600" cy="5600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9310" y="5356225"/>
            <a:ext cx="3911600" cy="5600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流程图: 过程 12"/>
          <p:cNvSpPr/>
          <p:nvPr/>
        </p:nvSpPr>
        <p:spPr>
          <a:xfrm>
            <a:off x="5916930" y="3769360"/>
            <a:ext cx="2733675" cy="2868930"/>
          </a:xfrm>
          <a:prstGeom prst="flowChartProcess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/>
              <a:t>中长期合约策略</a:t>
            </a:r>
          </a:p>
          <a:p>
            <a:pPr algn="ctr"/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合约分解执行，偏差管控±</a:t>
            </a:r>
            <a:r>
              <a:rPr lang="en-US" altLang="zh-CN"/>
              <a:t>2%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合约价</a:t>
            </a:r>
            <a:r>
              <a:rPr lang="en-US" altLang="zh-CN"/>
              <a:t>&gt;</a:t>
            </a:r>
            <a:r>
              <a:rPr lang="zh-CN" altLang="en-US"/>
              <a:t>现货价</a:t>
            </a:r>
            <a:r>
              <a:rPr lang="en-US" altLang="zh-CN"/>
              <a:t>→</a:t>
            </a:r>
            <a:r>
              <a:rPr lang="zh-CN" altLang="en-US"/>
              <a:t>全额执行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合约价</a:t>
            </a:r>
            <a:r>
              <a:rPr lang="en-US" altLang="zh-CN"/>
              <a:t>&lt;</a:t>
            </a:r>
            <a:r>
              <a:rPr lang="zh-CN" altLang="en-US"/>
              <a:t>现货价</a:t>
            </a:r>
            <a:r>
              <a:rPr lang="en-US" altLang="zh-CN"/>
              <a:t>→</a:t>
            </a:r>
            <a:r>
              <a:rPr lang="zh-CN" altLang="en-US"/>
              <a:t>容忍度内减少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月末追赶机制（</a:t>
            </a:r>
            <a:r>
              <a:rPr lang="en-US" altLang="zh-CN"/>
              <a:t>+50%</a:t>
            </a:r>
            <a:r>
              <a:rPr lang="zh-CN" altLang="en-US"/>
              <a:t>执行量）</a:t>
            </a:r>
          </a:p>
        </p:txBody>
      </p:sp>
      <p:sp>
        <p:nvSpPr>
          <p:cNvPr id="14" name="流程图: 过程 13"/>
          <p:cNvSpPr/>
          <p:nvPr/>
        </p:nvSpPr>
        <p:spPr>
          <a:xfrm>
            <a:off x="7212965" y="894715"/>
            <a:ext cx="2733675" cy="2868930"/>
          </a:xfrm>
          <a:prstGeom prst="flowChartProcess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/>
              <a:t>现货交易策略</a:t>
            </a:r>
          </a:p>
          <a:p>
            <a:pPr algn="ctr"/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MILP</a:t>
            </a:r>
            <a:r>
              <a:rPr lang="zh-CN" altLang="en-US"/>
              <a:t>优化，低充高放价差套利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价差须覆盖效率损耗</a:t>
            </a:r>
            <a:r>
              <a:rPr lang="en-US" altLang="zh-CN"/>
              <a:t>+</a:t>
            </a:r>
            <a:r>
              <a:rPr lang="zh-CN" altLang="en-US"/>
              <a:t>循环折旧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/>
              <a:t>日内滚动修正（</a:t>
            </a:r>
            <a:r>
              <a:rPr lang="en-US" altLang="zh-CN"/>
              <a:t>15min</a:t>
            </a:r>
            <a:r>
              <a:rPr lang="zh-CN" altLang="en-US"/>
              <a:t>粒度）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69330" y="1729740"/>
            <a:ext cx="9347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三大</a:t>
            </a:r>
          </a:p>
          <a:p>
            <a:r>
              <a:rPr lang="zh-CN" altLang="en-US" sz="2400" b="1"/>
              <a:t>策略</a:t>
            </a:r>
          </a:p>
          <a:p>
            <a:r>
              <a:rPr lang="zh-CN" altLang="en-US" sz="2400" b="1"/>
              <a:t>引擎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294005" y="63500"/>
            <a:ext cx="8604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二、调度策略自动生成优势</a:t>
            </a:r>
          </a:p>
        </p:txBody>
      </p:sp>
      <p:cxnSp>
        <p:nvCxnSpPr>
          <p:cNvPr id="170" name="直接连接符 169"/>
          <p:cNvCxnSpPr/>
          <p:nvPr/>
        </p:nvCxnSpPr>
        <p:spPr>
          <a:xfrm>
            <a:off x="0" y="523875"/>
            <a:ext cx="1219200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97" name="任意多边形: 形状 14296"/>
          <p:cNvSpPr/>
          <p:nvPr>
            <p:custDataLst>
              <p:tags r:id="rId2"/>
            </p:custDataLst>
          </p:nvPr>
        </p:nvSpPr>
        <p:spPr>
          <a:xfrm rot="1800000">
            <a:off x="4047886" y="1944352"/>
            <a:ext cx="503973" cy="424778"/>
          </a:xfrm>
          <a:custGeom>
            <a:avLst/>
            <a:gdLst>
              <a:gd name="connsiteX0" fmla="*/ 950601 w 3475650"/>
              <a:gd name="connsiteY0" fmla="*/ 3082645 h 3082645"/>
              <a:gd name="connsiteX1" fmla="*/ 2525075 w 3475650"/>
              <a:gd name="connsiteY1" fmla="*/ 3082645 h 3082645"/>
              <a:gd name="connsiteX2" fmla="*/ 2679028 w 3475650"/>
              <a:gd name="connsiteY2" fmla="*/ 2993745 h 3082645"/>
              <a:gd name="connsiteX3" fmla="*/ 3466261 w 3475650"/>
              <a:gd name="connsiteY3" fmla="*/ 1630209 h 3082645"/>
              <a:gd name="connsiteX4" fmla="*/ 3466254 w 3475650"/>
              <a:gd name="connsiteY4" fmla="*/ 1452423 h 3082645"/>
              <a:gd name="connsiteX5" fmla="*/ 2679021 w 3475650"/>
              <a:gd name="connsiteY5" fmla="*/ 88887 h 3082645"/>
              <a:gd name="connsiteX6" fmla="*/ 2525051 w 3475650"/>
              <a:gd name="connsiteY6" fmla="*/ 0 h 3082645"/>
              <a:gd name="connsiteX7" fmla="*/ 950576 w 3475650"/>
              <a:gd name="connsiteY7" fmla="*/ 0 h 3082645"/>
              <a:gd name="connsiteX8" fmla="*/ 796623 w 3475650"/>
              <a:gd name="connsiteY8" fmla="*/ 88900 h 3082645"/>
              <a:gd name="connsiteX9" fmla="*/ 9390 w 3475650"/>
              <a:gd name="connsiteY9" fmla="*/ 1452436 h 3082645"/>
              <a:gd name="connsiteX10" fmla="*/ 9398 w 3475650"/>
              <a:gd name="connsiteY10" fmla="*/ 1630223 h 3082645"/>
              <a:gd name="connsiteX11" fmla="*/ 796631 w 3475650"/>
              <a:gd name="connsiteY11" fmla="*/ 2993759 h 3082645"/>
              <a:gd name="connsiteX12" fmla="*/ 950601 w 3475650"/>
              <a:gd name="connsiteY12" fmla="*/ 3082645 h 3082645"/>
              <a:gd name="connsiteX0-1" fmla="*/ 950601 w 3475650"/>
              <a:gd name="connsiteY0-2" fmla="*/ 3082645 h 3082645"/>
              <a:gd name="connsiteX1-3" fmla="*/ 2525075 w 3475650"/>
              <a:gd name="connsiteY1-4" fmla="*/ 3082645 h 3082645"/>
              <a:gd name="connsiteX2-5" fmla="*/ 2679028 w 3475650"/>
              <a:gd name="connsiteY2-6" fmla="*/ 2993745 h 3082645"/>
              <a:gd name="connsiteX3-7" fmla="*/ 3466261 w 3475650"/>
              <a:gd name="connsiteY3-8" fmla="*/ 1630209 h 3082645"/>
              <a:gd name="connsiteX4-9" fmla="*/ 3466254 w 3475650"/>
              <a:gd name="connsiteY4-10" fmla="*/ 1452423 h 3082645"/>
              <a:gd name="connsiteX5-11" fmla="*/ 2679021 w 3475650"/>
              <a:gd name="connsiteY5-12" fmla="*/ 88887 h 3082645"/>
              <a:gd name="connsiteX6-13" fmla="*/ 2525051 w 3475650"/>
              <a:gd name="connsiteY6-14" fmla="*/ 0 h 3082645"/>
              <a:gd name="connsiteX7-15" fmla="*/ 950576 w 3475650"/>
              <a:gd name="connsiteY7-16" fmla="*/ 0 h 3082645"/>
              <a:gd name="connsiteX8-17" fmla="*/ 796623 w 3475650"/>
              <a:gd name="connsiteY8-18" fmla="*/ 88900 h 3082645"/>
              <a:gd name="connsiteX9-19" fmla="*/ 9390 w 3475650"/>
              <a:gd name="connsiteY9-20" fmla="*/ 1452436 h 3082645"/>
              <a:gd name="connsiteX10-21" fmla="*/ 9398 w 3475650"/>
              <a:gd name="connsiteY10-22" fmla="*/ 1630223 h 3082645"/>
              <a:gd name="connsiteX11-23" fmla="*/ 796631 w 3475650"/>
              <a:gd name="connsiteY11-24" fmla="*/ 2993759 h 3082645"/>
              <a:gd name="connsiteX12-25" fmla="*/ 950601 w 3475650"/>
              <a:gd name="connsiteY12-26" fmla="*/ 3082645 h 3082645"/>
              <a:gd name="connsiteX0-27" fmla="*/ 950601 w 3475650"/>
              <a:gd name="connsiteY0-28" fmla="*/ 3082645 h 3082645"/>
              <a:gd name="connsiteX1-29" fmla="*/ 2525075 w 3475650"/>
              <a:gd name="connsiteY1-30" fmla="*/ 3082645 h 3082645"/>
              <a:gd name="connsiteX2-31" fmla="*/ 2679028 w 3475650"/>
              <a:gd name="connsiteY2-32" fmla="*/ 2993745 h 3082645"/>
              <a:gd name="connsiteX3-33" fmla="*/ 3466261 w 3475650"/>
              <a:gd name="connsiteY3-34" fmla="*/ 1630209 h 3082645"/>
              <a:gd name="connsiteX4-35" fmla="*/ 3466254 w 3475650"/>
              <a:gd name="connsiteY4-36" fmla="*/ 1452423 h 3082645"/>
              <a:gd name="connsiteX5-37" fmla="*/ 2679021 w 3475650"/>
              <a:gd name="connsiteY5-38" fmla="*/ 88887 h 3082645"/>
              <a:gd name="connsiteX6-39" fmla="*/ 2525051 w 3475650"/>
              <a:gd name="connsiteY6-40" fmla="*/ 0 h 3082645"/>
              <a:gd name="connsiteX7-41" fmla="*/ 950576 w 3475650"/>
              <a:gd name="connsiteY7-42" fmla="*/ 0 h 3082645"/>
              <a:gd name="connsiteX8-43" fmla="*/ 796623 w 3475650"/>
              <a:gd name="connsiteY8-44" fmla="*/ 88900 h 3082645"/>
              <a:gd name="connsiteX9-45" fmla="*/ 9390 w 3475650"/>
              <a:gd name="connsiteY9-46" fmla="*/ 1452436 h 3082645"/>
              <a:gd name="connsiteX10-47" fmla="*/ 9398 w 3475650"/>
              <a:gd name="connsiteY10-48" fmla="*/ 1630223 h 3082645"/>
              <a:gd name="connsiteX11-49" fmla="*/ 796631 w 3475650"/>
              <a:gd name="connsiteY11-50" fmla="*/ 2993759 h 3082645"/>
              <a:gd name="connsiteX12-51" fmla="*/ 950601 w 3475650"/>
              <a:gd name="connsiteY12-52" fmla="*/ 3082645 h 3082645"/>
              <a:gd name="connsiteX0-53" fmla="*/ 950601 w 3475650"/>
              <a:gd name="connsiteY0-54" fmla="*/ 3082645 h 3082645"/>
              <a:gd name="connsiteX1-55" fmla="*/ 2525075 w 3475650"/>
              <a:gd name="connsiteY1-56" fmla="*/ 3082645 h 3082645"/>
              <a:gd name="connsiteX2-57" fmla="*/ 2679028 w 3475650"/>
              <a:gd name="connsiteY2-58" fmla="*/ 2993745 h 3082645"/>
              <a:gd name="connsiteX3-59" fmla="*/ 3466261 w 3475650"/>
              <a:gd name="connsiteY3-60" fmla="*/ 1630209 h 3082645"/>
              <a:gd name="connsiteX4-61" fmla="*/ 3466254 w 3475650"/>
              <a:gd name="connsiteY4-62" fmla="*/ 1452423 h 3082645"/>
              <a:gd name="connsiteX5-63" fmla="*/ 2679021 w 3475650"/>
              <a:gd name="connsiteY5-64" fmla="*/ 88887 h 3082645"/>
              <a:gd name="connsiteX6-65" fmla="*/ 2525051 w 3475650"/>
              <a:gd name="connsiteY6-66" fmla="*/ 0 h 3082645"/>
              <a:gd name="connsiteX7-67" fmla="*/ 950576 w 3475650"/>
              <a:gd name="connsiteY7-68" fmla="*/ 0 h 3082645"/>
              <a:gd name="connsiteX8-69" fmla="*/ 796623 w 3475650"/>
              <a:gd name="connsiteY8-70" fmla="*/ 88900 h 3082645"/>
              <a:gd name="connsiteX9-71" fmla="*/ 9390 w 3475650"/>
              <a:gd name="connsiteY9-72" fmla="*/ 1452436 h 3082645"/>
              <a:gd name="connsiteX10-73" fmla="*/ 9398 w 3475650"/>
              <a:gd name="connsiteY10-74" fmla="*/ 1630223 h 3082645"/>
              <a:gd name="connsiteX11-75" fmla="*/ 796631 w 3475650"/>
              <a:gd name="connsiteY11-76" fmla="*/ 2993759 h 3082645"/>
              <a:gd name="connsiteX12-77" fmla="*/ 950601 w 3475650"/>
              <a:gd name="connsiteY12-78" fmla="*/ 3082645 h 3082645"/>
              <a:gd name="connsiteX0-79" fmla="*/ 950601 w 3475650"/>
              <a:gd name="connsiteY0-80" fmla="*/ 3082645 h 3082645"/>
              <a:gd name="connsiteX1-81" fmla="*/ 2525075 w 3475650"/>
              <a:gd name="connsiteY1-82" fmla="*/ 3082645 h 3082645"/>
              <a:gd name="connsiteX2-83" fmla="*/ 2679028 w 3475650"/>
              <a:gd name="connsiteY2-84" fmla="*/ 2993745 h 3082645"/>
              <a:gd name="connsiteX3-85" fmla="*/ 3466261 w 3475650"/>
              <a:gd name="connsiteY3-86" fmla="*/ 1630209 h 3082645"/>
              <a:gd name="connsiteX4-87" fmla="*/ 3466254 w 3475650"/>
              <a:gd name="connsiteY4-88" fmla="*/ 1452423 h 3082645"/>
              <a:gd name="connsiteX5-89" fmla="*/ 2679021 w 3475650"/>
              <a:gd name="connsiteY5-90" fmla="*/ 88887 h 3082645"/>
              <a:gd name="connsiteX6-91" fmla="*/ 2525051 w 3475650"/>
              <a:gd name="connsiteY6-92" fmla="*/ 0 h 3082645"/>
              <a:gd name="connsiteX7-93" fmla="*/ 950576 w 3475650"/>
              <a:gd name="connsiteY7-94" fmla="*/ 0 h 3082645"/>
              <a:gd name="connsiteX8-95" fmla="*/ 796623 w 3475650"/>
              <a:gd name="connsiteY8-96" fmla="*/ 88900 h 3082645"/>
              <a:gd name="connsiteX9-97" fmla="*/ 9390 w 3475650"/>
              <a:gd name="connsiteY9-98" fmla="*/ 1452436 h 3082645"/>
              <a:gd name="connsiteX10-99" fmla="*/ 9398 w 3475650"/>
              <a:gd name="connsiteY10-100" fmla="*/ 1630223 h 3082645"/>
              <a:gd name="connsiteX11-101" fmla="*/ 796631 w 3475650"/>
              <a:gd name="connsiteY11-102" fmla="*/ 2993759 h 3082645"/>
              <a:gd name="connsiteX12-103" fmla="*/ 950601 w 3475650"/>
              <a:gd name="connsiteY12-104" fmla="*/ 3082645 h 3082645"/>
              <a:gd name="connsiteX0-105" fmla="*/ 950601 w 3475650"/>
              <a:gd name="connsiteY0-106" fmla="*/ 3082645 h 3082645"/>
              <a:gd name="connsiteX1-107" fmla="*/ 2525075 w 3475650"/>
              <a:gd name="connsiteY1-108" fmla="*/ 3082645 h 3082645"/>
              <a:gd name="connsiteX2-109" fmla="*/ 2679028 w 3475650"/>
              <a:gd name="connsiteY2-110" fmla="*/ 2993745 h 3082645"/>
              <a:gd name="connsiteX3-111" fmla="*/ 3466261 w 3475650"/>
              <a:gd name="connsiteY3-112" fmla="*/ 1630209 h 3082645"/>
              <a:gd name="connsiteX4-113" fmla="*/ 3466254 w 3475650"/>
              <a:gd name="connsiteY4-114" fmla="*/ 1452423 h 3082645"/>
              <a:gd name="connsiteX5-115" fmla="*/ 2679021 w 3475650"/>
              <a:gd name="connsiteY5-116" fmla="*/ 88887 h 3082645"/>
              <a:gd name="connsiteX6-117" fmla="*/ 2525051 w 3475650"/>
              <a:gd name="connsiteY6-118" fmla="*/ 0 h 3082645"/>
              <a:gd name="connsiteX7-119" fmla="*/ 950576 w 3475650"/>
              <a:gd name="connsiteY7-120" fmla="*/ 0 h 3082645"/>
              <a:gd name="connsiteX8-121" fmla="*/ 796623 w 3475650"/>
              <a:gd name="connsiteY8-122" fmla="*/ 88900 h 3082645"/>
              <a:gd name="connsiteX9-123" fmla="*/ 9390 w 3475650"/>
              <a:gd name="connsiteY9-124" fmla="*/ 1452436 h 3082645"/>
              <a:gd name="connsiteX10-125" fmla="*/ 9398 w 3475650"/>
              <a:gd name="connsiteY10-126" fmla="*/ 1630223 h 3082645"/>
              <a:gd name="connsiteX11-127" fmla="*/ 796631 w 3475650"/>
              <a:gd name="connsiteY11-128" fmla="*/ 2993759 h 3082645"/>
              <a:gd name="connsiteX12-129" fmla="*/ 950601 w 3475650"/>
              <a:gd name="connsiteY12-130" fmla="*/ 3082645 h 3082645"/>
              <a:gd name="connsiteX0-131" fmla="*/ 950601 w 3475653"/>
              <a:gd name="connsiteY0-132" fmla="*/ 3082645 h 3082645"/>
              <a:gd name="connsiteX1-133" fmla="*/ 2525075 w 3475653"/>
              <a:gd name="connsiteY1-134" fmla="*/ 3082645 h 3082645"/>
              <a:gd name="connsiteX2-135" fmla="*/ 2679028 w 3475653"/>
              <a:gd name="connsiteY2-136" fmla="*/ 2993745 h 3082645"/>
              <a:gd name="connsiteX3-137" fmla="*/ 3466261 w 3475653"/>
              <a:gd name="connsiteY3-138" fmla="*/ 1630209 h 3082645"/>
              <a:gd name="connsiteX4-139" fmla="*/ 3466254 w 3475653"/>
              <a:gd name="connsiteY4-140" fmla="*/ 1452423 h 3082645"/>
              <a:gd name="connsiteX5-141" fmla="*/ 2679021 w 3475653"/>
              <a:gd name="connsiteY5-142" fmla="*/ 88887 h 3082645"/>
              <a:gd name="connsiteX6-143" fmla="*/ 2525051 w 3475653"/>
              <a:gd name="connsiteY6-144" fmla="*/ 0 h 3082645"/>
              <a:gd name="connsiteX7-145" fmla="*/ 950576 w 3475653"/>
              <a:gd name="connsiteY7-146" fmla="*/ 0 h 3082645"/>
              <a:gd name="connsiteX8-147" fmla="*/ 796623 w 3475653"/>
              <a:gd name="connsiteY8-148" fmla="*/ 88900 h 3082645"/>
              <a:gd name="connsiteX9-149" fmla="*/ 9390 w 3475653"/>
              <a:gd name="connsiteY9-150" fmla="*/ 1452436 h 3082645"/>
              <a:gd name="connsiteX10-151" fmla="*/ 9398 w 3475653"/>
              <a:gd name="connsiteY10-152" fmla="*/ 1630223 h 3082645"/>
              <a:gd name="connsiteX11-153" fmla="*/ 796631 w 3475653"/>
              <a:gd name="connsiteY11-154" fmla="*/ 2993759 h 3082645"/>
              <a:gd name="connsiteX12-155" fmla="*/ 950601 w 3475653"/>
              <a:gd name="connsiteY12-156" fmla="*/ 3082645 h 3082645"/>
              <a:gd name="connsiteX0-157" fmla="*/ 950601 w 3490661"/>
              <a:gd name="connsiteY0-158" fmla="*/ 3082645 h 3082645"/>
              <a:gd name="connsiteX1-159" fmla="*/ 2525075 w 3490661"/>
              <a:gd name="connsiteY1-160" fmla="*/ 3082645 h 3082645"/>
              <a:gd name="connsiteX2-161" fmla="*/ 2679028 w 3490661"/>
              <a:gd name="connsiteY2-162" fmla="*/ 2993745 h 3082645"/>
              <a:gd name="connsiteX3-163" fmla="*/ 3466261 w 3490661"/>
              <a:gd name="connsiteY3-164" fmla="*/ 1630209 h 3082645"/>
              <a:gd name="connsiteX4-165" fmla="*/ 3466254 w 3490661"/>
              <a:gd name="connsiteY4-166" fmla="*/ 1452423 h 3082645"/>
              <a:gd name="connsiteX5-167" fmla="*/ 2679021 w 3490661"/>
              <a:gd name="connsiteY5-168" fmla="*/ 88887 h 3082645"/>
              <a:gd name="connsiteX6-169" fmla="*/ 2525051 w 3490661"/>
              <a:gd name="connsiteY6-170" fmla="*/ 0 h 3082645"/>
              <a:gd name="connsiteX7-171" fmla="*/ 950576 w 3490661"/>
              <a:gd name="connsiteY7-172" fmla="*/ 0 h 3082645"/>
              <a:gd name="connsiteX8-173" fmla="*/ 796623 w 3490661"/>
              <a:gd name="connsiteY8-174" fmla="*/ 88900 h 3082645"/>
              <a:gd name="connsiteX9-175" fmla="*/ 9390 w 3490661"/>
              <a:gd name="connsiteY9-176" fmla="*/ 1452436 h 3082645"/>
              <a:gd name="connsiteX10-177" fmla="*/ 9398 w 3490661"/>
              <a:gd name="connsiteY10-178" fmla="*/ 1630223 h 3082645"/>
              <a:gd name="connsiteX11-179" fmla="*/ 796631 w 3490661"/>
              <a:gd name="connsiteY11-180" fmla="*/ 2993759 h 3082645"/>
              <a:gd name="connsiteX12-181" fmla="*/ 950601 w 3490661"/>
              <a:gd name="connsiteY12-182" fmla="*/ 3082645 h 3082645"/>
              <a:gd name="connsiteX0-183" fmla="*/ 950601 w 3490661"/>
              <a:gd name="connsiteY0-184" fmla="*/ 3082645 h 3082645"/>
              <a:gd name="connsiteX1-185" fmla="*/ 2525075 w 3490661"/>
              <a:gd name="connsiteY1-186" fmla="*/ 3082645 h 3082645"/>
              <a:gd name="connsiteX2-187" fmla="*/ 2679028 w 3490661"/>
              <a:gd name="connsiteY2-188" fmla="*/ 2993745 h 3082645"/>
              <a:gd name="connsiteX3-189" fmla="*/ 3466261 w 3490661"/>
              <a:gd name="connsiteY3-190" fmla="*/ 1630209 h 3082645"/>
              <a:gd name="connsiteX4-191" fmla="*/ 3466254 w 3490661"/>
              <a:gd name="connsiteY4-192" fmla="*/ 1452423 h 3082645"/>
              <a:gd name="connsiteX5-193" fmla="*/ 2679021 w 3490661"/>
              <a:gd name="connsiteY5-194" fmla="*/ 88887 h 3082645"/>
              <a:gd name="connsiteX6-195" fmla="*/ 2525051 w 3490661"/>
              <a:gd name="connsiteY6-196" fmla="*/ 0 h 3082645"/>
              <a:gd name="connsiteX7-197" fmla="*/ 950576 w 3490661"/>
              <a:gd name="connsiteY7-198" fmla="*/ 0 h 3082645"/>
              <a:gd name="connsiteX8-199" fmla="*/ 796623 w 3490661"/>
              <a:gd name="connsiteY8-200" fmla="*/ 88900 h 3082645"/>
              <a:gd name="connsiteX9-201" fmla="*/ 9390 w 3490661"/>
              <a:gd name="connsiteY9-202" fmla="*/ 1452436 h 3082645"/>
              <a:gd name="connsiteX10-203" fmla="*/ 9398 w 3490661"/>
              <a:gd name="connsiteY10-204" fmla="*/ 1630223 h 3082645"/>
              <a:gd name="connsiteX11-205" fmla="*/ 796631 w 3490661"/>
              <a:gd name="connsiteY11-206" fmla="*/ 2993759 h 3082645"/>
              <a:gd name="connsiteX12-207" fmla="*/ 950601 w 3490661"/>
              <a:gd name="connsiteY12-208" fmla="*/ 3082645 h 3082645"/>
              <a:gd name="connsiteX0-209" fmla="*/ 950601 w 3490661"/>
              <a:gd name="connsiteY0-210" fmla="*/ 3082645 h 3082645"/>
              <a:gd name="connsiteX1-211" fmla="*/ 2525075 w 3490661"/>
              <a:gd name="connsiteY1-212" fmla="*/ 3082645 h 3082645"/>
              <a:gd name="connsiteX2-213" fmla="*/ 2679028 w 3490661"/>
              <a:gd name="connsiteY2-214" fmla="*/ 2993745 h 3082645"/>
              <a:gd name="connsiteX3-215" fmla="*/ 3466261 w 3490661"/>
              <a:gd name="connsiteY3-216" fmla="*/ 1630209 h 3082645"/>
              <a:gd name="connsiteX4-217" fmla="*/ 3466254 w 3490661"/>
              <a:gd name="connsiteY4-218" fmla="*/ 1452423 h 3082645"/>
              <a:gd name="connsiteX5-219" fmla="*/ 2679021 w 3490661"/>
              <a:gd name="connsiteY5-220" fmla="*/ 88887 h 3082645"/>
              <a:gd name="connsiteX6-221" fmla="*/ 2525051 w 3490661"/>
              <a:gd name="connsiteY6-222" fmla="*/ 0 h 3082645"/>
              <a:gd name="connsiteX7-223" fmla="*/ 950576 w 3490661"/>
              <a:gd name="connsiteY7-224" fmla="*/ 0 h 3082645"/>
              <a:gd name="connsiteX8-225" fmla="*/ 796623 w 3490661"/>
              <a:gd name="connsiteY8-226" fmla="*/ 88900 h 3082645"/>
              <a:gd name="connsiteX9-227" fmla="*/ 9390 w 3490661"/>
              <a:gd name="connsiteY9-228" fmla="*/ 1452436 h 3082645"/>
              <a:gd name="connsiteX10-229" fmla="*/ 9398 w 3490661"/>
              <a:gd name="connsiteY10-230" fmla="*/ 1630223 h 3082645"/>
              <a:gd name="connsiteX11-231" fmla="*/ 796631 w 3490661"/>
              <a:gd name="connsiteY11-232" fmla="*/ 2993759 h 3082645"/>
              <a:gd name="connsiteX12-233" fmla="*/ 950601 w 3490661"/>
              <a:gd name="connsiteY12-234" fmla="*/ 3082645 h 3082645"/>
              <a:gd name="connsiteX0-235" fmla="*/ 950601 w 3490661"/>
              <a:gd name="connsiteY0-236" fmla="*/ 3082645 h 3082645"/>
              <a:gd name="connsiteX1-237" fmla="*/ 2525075 w 3490661"/>
              <a:gd name="connsiteY1-238" fmla="*/ 3082645 h 3082645"/>
              <a:gd name="connsiteX2-239" fmla="*/ 2679028 w 3490661"/>
              <a:gd name="connsiteY2-240" fmla="*/ 2993745 h 3082645"/>
              <a:gd name="connsiteX3-241" fmla="*/ 3466261 w 3490661"/>
              <a:gd name="connsiteY3-242" fmla="*/ 1630209 h 3082645"/>
              <a:gd name="connsiteX4-243" fmla="*/ 3466254 w 3490661"/>
              <a:gd name="connsiteY4-244" fmla="*/ 1452423 h 3082645"/>
              <a:gd name="connsiteX5-245" fmla="*/ 2679021 w 3490661"/>
              <a:gd name="connsiteY5-246" fmla="*/ 88887 h 3082645"/>
              <a:gd name="connsiteX6-247" fmla="*/ 2525051 w 3490661"/>
              <a:gd name="connsiteY6-248" fmla="*/ 0 h 3082645"/>
              <a:gd name="connsiteX7-249" fmla="*/ 950576 w 3490661"/>
              <a:gd name="connsiteY7-250" fmla="*/ 0 h 3082645"/>
              <a:gd name="connsiteX8-251" fmla="*/ 796623 w 3490661"/>
              <a:gd name="connsiteY8-252" fmla="*/ 88900 h 3082645"/>
              <a:gd name="connsiteX9-253" fmla="*/ 9390 w 3490661"/>
              <a:gd name="connsiteY9-254" fmla="*/ 1452436 h 3082645"/>
              <a:gd name="connsiteX10-255" fmla="*/ 9398 w 3490661"/>
              <a:gd name="connsiteY10-256" fmla="*/ 1630223 h 3082645"/>
              <a:gd name="connsiteX11-257" fmla="*/ 796631 w 3490661"/>
              <a:gd name="connsiteY11-258" fmla="*/ 2993759 h 3082645"/>
              <a:gd name="connsiteX12-259" fmla="*/ 950601 w 3490661"/>
              <a:gd name="connsiteY12-260" fmla="*/ 3082645 h 3082645"/>
              <a:gd name="connsiteX0-261" fmla="*/ 950601 w 3490661"/>
              <a:gd name="connsiteY0-262" fmla="*/ 3082645 h 3082645"/>
              <a:gd name="connsiteX1-263" fmla="*/ 2525075 w 3490661"/>
              <a:gd name="connsiteY1-264" fmla="*/ 3082645 h 3082645"/>
              <a:gd name="connsiteX2-265" fmla="*/ 2679028 w 3490661"/>
              <a:gd name="connsiteY2-266" fmla="*/ 2993745 h 3082645"/>
              <a:gd name="connsiteX3-267" fmla="*/ 3466261 w 3490661"/>
              <a:gd name="connsiteY3-268" fmla="*/ 1630209 h 3082645"/>
              <a:gd name="connsiteX4-269" fmla="*/ 3466254 w 3490661"/>
              <a:gd name="connsiteY4-270" fmla="*/ 1452423 h 3082645"/>
              <a:gd name="connsiteX5-271" fmla="*/ 2679021 w 3490661"/>
              <a:gd name="connsiteY5-272" fmla="*/ 88887 h 3082645"/>
              <a:gd name="connsiteX6-273" fmla="*/ 2525051 w 3490661"/>
              <a:gd name="connsiteY6-274" fmla="*/ 0 h 3082645"/>
              <a:gd name="connsiteX7-275" fmla="*/ 950576 w 3490661"/>
              <a:gd name="connsiteY7-276" fmla="*/ 0 h 3082645"/>
              <a:gd name="connsiteX8-277" fmla="*/ 796623 w 3490661"/>
              <a:gd name="connsiteY8-278" fmla="*/ 88900 h 3082645"/>
              <a:gd name="connsiteX9-279" fmla="*/ 9390 w 3490661"/>
              <a:gd name="connsiteY9-280" fmla="*/ 1452436 h 3082645"/>
              <a:gd name="connsiteX10-281" fmla="*/ 9398 w 3490661"/>
              <a:gd name="connsiteY10-282" fmla="*/ 1630223 h 3082645"/>
              <a:gd name="connsiteX11-283" fmla="*/ 796631 w 3490661"/>
              <a:gd name="connsiteY11-284" fmla="*/ 2993759 h 3082645"/>
              <a:gd name="connsiteX12-285" fmla="*/ 950601 w 3490661"/>
              <a:gd name="connsiteY12-286" fmla="*/ 3082645 h 3082645"/>
              <a:gd name="connsiteX0-287" fmla="*/ 950601 w 3490661"/>
              <a:gd name="connsiteY0-288" fmla="*/ 3082645 h 3082645"/>
              <a:gd name="connsiteX1-289" fmla="*/ 2525075 w 3490661"/>
              <a:gd name="connsiteY1-290" fmla="*/ 3082645 h 3082645"/>
              <a:gd name="connsiteX2-291" fmla="*/ 2679028 w 3490661"/>
              <a:gd name="connsiteY2-292" fmla="*/ 2993745 h 3082645"/>
              <a:gd name="connsiteX3-293" fmla="*/ 3466261 w 3490661"/>
              <a:gd name="connsiteY3-294" fmla="*/ 1630209 h 3082645"/>
              <a:gd name="connsiteX4-295" fmla="*/ 3466254 w 3490661"/>
              <a:gd name="connsiteY4-296" fmla="*/ 1452423 h 3082645"/>
              <a:gd name="connsiteX5-297" fmla="*/ 2679021 w 3490661"/>
              <a:gd name="connsiteY5-298" fmla="*/ 88887 h 3082645"/>
              <a:gd name="connsiteX6-299" fmla="*/ 2525051 w 3490661"/>
              <a:gd name="connsiteY6-300" fmla="*/ 0 h 3082645"/>
              <a:gd name="connsiteX7-301" fmla="*/ 950576 w 3490661"/>
              <a:gd name="connsiteY7-302" fmla="*/ 0 h 3082645"/>
              <a:gd name="connsiteX8-303" fmla="*/ 796623 w 3490661"/>
              <a:gd name="connsiteY8-304" fmla="*/ 88900 h 3082645"/>
              <a:gd name="connsiteX9-305" fmla="*/ 9390 w 3490661"/>
              <a:gd name="connsiteY9-306" fmla="*/ 1452436 h 3082645"/>
              <a:gd name="connsiteX10-307" fmla="*/ 9398 w 3490661"/>
              <a:gd name="connsiteY10-308" fmla="*/ 1630223 h 3082645"/>
              <a:gd name="connsiteX11-309" fmla="*/ 796631 w 3490661"/>
              <a:gd name="connsiteY11-310" fmla="*/ 2993759 h 3082645"/>
              <a:gd name="connsiteX12-311" fmla="*/ 950601 w 3490661"/>
              <a:gd name="connsiteY12-312" fmla="*/ 3082645 h 3082645"/>
              <a:gd name="connsiteX0-313" fmla="*/ 950601 w 3490661"/>
              <a:gd name="connsiteY0-314" fmla="*/ 3082645 h 3082645"/>
              <a:gd name="connsiteX1-315" fmla="*/ 2525075 w 3490661"/>
              <a:gd name="connsiteY1-316" fmla="*/ 3082645 h 3082645"/>
              <a:gd name="connsiteX2-317" fmla="*/ 2679028 w 3490661"/>
              <a:gd name="connsiteY2-318" fmla="*/ 2993745 h 3082645"/>
              <a:gd name="connsiteX3-319" fmla="*/ 3466261 w 3490661"/>
              <a:gd name="connsiteY3-320" fmla="*/ 1630209 h 3082645"/>
              <a:gd name="connsiteX4-321" fmla="*/ 3466254 w 3490661"/>
              <a:gd name="connsiteY4-322" fmla="*/ 1452423 h 3082645"/>
              <a:gd name="connsiteX5-323" fmla="*/ 2679021 w 3490661"/>
              <a:gd name="connsiteY5-324" fmla="*/ 88887 h 3082645"/>
              <a:gd name="connsiteX6-325" fmla="*/ 2525051 w 3490661"/>
              <a:gd name="connsiteY6-326" fmla="*/ 0 h 3082645"/>
              <a:gd name="connsiteX7-327" fmla="*/ 950576 w 3490661"/>
              <a:gd name="connsiteY7-328" fmla="*/ 0 h 3082645"/>
              <a:gd name="connsiteX8-329" fmla="*/ 796623 w 3490661"/>
              <a:gd name="connsiteY8-330" fmla="*/ 88900 h 3082645"/>
              <a:gd name="connsiteX9-331" fmla="*/ 9390 w 3490661"/>
              <a:gd name="connsiteY9-332" fmla="*/ 1452436 h 3082645"/>
              <a:gd name="connsiteX10-333" fmla="*/ 9398 w 3490661"/>
              <a:gd name="connsiteY10-334" fmla="*/ 1630223 h 3082645"/>
              <a:gd name="connsiteX11-335" fmla="*/ 796631 w 3490661"/>
              <a:gd name="connsiteY11-336" fmla="*/ 2993759 h 3082645"/>
              <a:gd name="connsiteX12-337" fmla="*/ 950601 w 3490661"/>
              <a:gd name="connsiteY12-338" fmla="*/ 3082645 h 3082645"/>
              <a:gd name="connsiteX0-339" fmla="*/ 950601 w 3490661"/>
              <a:gd name="connsiteY0-340" fmla="*/ 3082645 h 3082645"/>
              <a:gd name="connsiteX1-341" fmla="*/ 2525075 w 3490661"/>
              <a:gd name="connsiteY1-342" fmla="*/ 3082645 h 3082645"/>
              <a:gd name="connsiteX2-343" fmla="*/ 2679028 w 3490661"/>
              <a:gd name="connsiteY2-344" fmla="*/ 2993745 h 3082645"/>
              <a:gd name="connsiteX3-345" fmla="*/ 3466261 w 3490661"/>
              <a:gd name="connsiteY3-346" fmla="*/ 1630209 h 3082645"/>
              <a:gd name="connsiteX4-347" fmla="*/ 3466254 w 3490661"/>
              <a:gd name="connsiteY4-348" fmla="*/ 1452423 h 3082645"/>
              <a:gd name="connsiteX5-349" fmla="*/ 2679021 w 3490661"/>
              <a:gd name="connsiteY5-350" fmla="*/ 88887 h 3082645"/>
              <a:gd name="connsiteX6-351" fmla="*/ 2525051 w 3490661"/>
              <a:gd name="connsiteY6-352" fmla="*/ 0 h 3082645"/>
              <a:gd name="connsiteX7-353" fmla="*/ 950576 w 3490661"/>
              <a:gd name="connsiteY7-354" fmla="*/ 0 h 3082645"/>
              <a:gd name="connsiteX8-355" fmla="*/ 796623 w 3490661"/>
              <a:gd name="connsiteY8-356" fmla="*/ 88900 h 3082645"/>
              <a:gd name="connsiteX9-357" fmla="*/ 9390 w 3490661"/>
              <a:gd name="connsiteY9-358" fmla="*/ 1452436 h 3082645"/>
              <a:gd name="connsiteX10-359" fmla="*/ 9398 w 3490661"/>
              <a:gd name="connsiteY10-360" fmla="*/ 1630223 h 3082645"/>
              <a:gd name="connsiteX11-361" fmla="*/ 796631 w 3490661"/>
              <a:gd name="connsiteY11-362" fmla="*/ 2993759 h 3082645"/>
              <a:gd name="connsiteX12-363" fmla="*/ 950601 w 3490661"/>
              <a:gd name="connsiteY12-364" fmla="*/ 3082645 h 3082645"/>
              <a:gd name="connsiteX0-365" fmla="*/ 950601 w 3490661"/>
              <a:gd name="connsiteY0-366" fmla="*/ 3082645 h 3082645"/>
              <a:gd name="connsiteX1-367" fmla="*/ 2525075 w 3490661"/>
              <a:gd name="connsiteY1-368" fmla="*/ 3082645 h 3082645"/>
              <a:gd name="connsiteX2-369" fmla="*/ 2679028 w 3490661"/>
              <a:gd name="connsiteY2-370" fmla="*/ 2993745 h 3082645"/>
              <a:gd name="connsiteX3-371" fmla="*/ 3466261 w 3490661"/>
              <a:gd name="connsiteY3-372" fmla="*/ 1630209 h 3082645"/>
              <a:gd name="connsiteX4-373" fmla="*/ 3466254 w 3490661"/>
              <a:gd name="connsiteY4-374" fmla="*/ 1452423 h 3082645"/>
              <a:gd name="connsiteX5-375" fmla="*/ 2679021 w 3490661"/>
              <a:gd name="connsiteY5-376" fmla="*/ 88887 h 3082645"/>
              <a:gd name="connsiteX6-377" fmla="*/ 2525051 w 3490661"/>
              <a:gd name="connsiteY6-378" fmla="*/ 0 h 3082645"/>
              <a:gd name="connsiteX7-379" fmla="*/ 950576 w 3490661"/>
              <a:gd name="connsiteY7-380" fmla="*/ 0 h 3082645"/>
              <a:gd name="connsiteX8-381" fmla="*/ 796623 w 3490661"/>
              <a:gd name="connsiteY8-382" fmla="*/ 88900 h 3082645"/>
              <a:gd name="connsiteX9-383" fmla="*/ 9390 w 3490661"/>
              <a:gd name="connsiteY9-384" fmla="*/ 1452436 h 3082645"/>
              <a:gd name="connsiteX10-385" fmla="*/ 9398 w 3490661"/>
              <a:gd name="connsiteY10-386" fmla="*/ 1630223 h 3082645"/>
              <a:gd name="connsiteX11-387" fmla="*/ 796631 w 3490661"/>
              <a:gd name="connsiteY11-388" fmla="*/ 2993759 h 3082645"/>
              <a:gd name="connsiteX12-389" fmla="*/ 950601 w 3490661"/>
              <a:gd name="connsiteY12-390" fmla="*/ 3082645 h 3082645"/>
              <a:gd name="connsiteX0-391" fmla="*/ 950601 w 3490661"/>
              <a:gd name="connsiteY0-392" fmla="*/ 3082645 h 3082645"/>
              <a:gd name="connsiteX1-393" fmla="*/ 2525075 w 3490661"/>
              <a:gd name="connsiteY1-394" fmla="*/ 3082645 h 3082645"/>
              <a:gd name="connsiteX2-395" fmla="*/ 2679028 w 3490661"/>
              <a:gd name="connsiteY2-396" fmla="*/ 2993745 h 3082645"/>
              <a:gd name="connsiteX3-397" fmla="*/ 3466261 w 3490661"/>
              <a:gd name="connsiteY3-398" fmla="*/ 1630209 h 3082645"/>
              <a:gd name="connsiteX4-399" fmla="*/ 3466254 w 3490661"/>
              <a:gd name="connsiteY4-400" fmla="*/ 1452423 h 3082645"/>
              <a:gd name="connsiteX5-401" fmla="*/ 2679021 w 3490661"/>
              <a:gd name="connsiteY5-402" fmla="*/ 88887 h 3082645"/>
              <a:gd name="connsiteX6-403" fmla="*/ 2525051 w 3490661"/>
              <a:gd name="connsiteY6-404" fmla="*/ 0 h 3082645"/>
              <a:gd name="connsiteX7-405" fmla="*/ 950576 w 3490661"/>
              <a:gd name="connsiteY7-406" fmla="*/ 0 h 3082645"/>
              <a:gd name="connsiteX8-407" fmla="*/ 796623 w 3490661"/>
              <a:gd name="connsiteY8-408" fmla="*/ 88900 h 3082645"/>
              <a:gd name="connsiteX9-409" fmla="*/ 9390 w 3490661"/>
              <a:gd name="connsiteY9-410" fmla="*/ 1452436 h 3082645"/>
              <a:gd name="connsiteX10-411" fmla="*/ 9398 w 3490661"/>
              <a:gd name="connsiteY10-412" fmla="*/ 1630223 h 3082645"/>
              <a:gd name="connsiteX11-413" fmla="*/ 796631 w 3490661"/>
              <a:gd name="connsiteY11-414" fmla="*/ 2993759 h 3082645"/>
              <a:gd name="connsiteX12-415" fmla="*/ 950601 w 3490661"/>
              <a:gd name="connsiteY12-416" fmla="*/ 3082645 h 3082645"/>
              <a:gd name="connsiteX0-417" fmla="*/ 950601 w 3490661"/>
              <a:gd name="connsiteY0-418" fmla="*/ 3082645 h 3082645"/>
              <a:gd name="connsiteX1-419" fmla="*/ 2525075 w 3490661"/>
              <a:gd name="connsiteY1-420" fmla="*/ 3082645 h 3082645"/>
              <a:gd name="connsiteX2-421" fmla="*/ 2679028 w 3490661"/>
              <a:gd name="connsiteY2-422" fmla="*/ 2993745 h 3082645"/>
              <a:gd name="connsiteX3-423" fmla="*/ 3466261 w 3490661"/>
              <a:gd name="connsiteY3-424" fmla="*/ 1630209 h 3082645"/>
              <a:gd name="connsiteX4-425" fmla="*/ 3466254 w 3490661"/>
              <a:gd name="connsiteY4-426" fmla="*/ 1452423 h 3082645"/>
              <a:gd name="connsiteX5-427" fmla="*/ 2679021 w 3490661"/>
              <a:gd name="connsiteY5-428" fmla="*/ 88887 h 3082645"/>
              <a:gd name="connsiteX6-429" fmla="*/ 2525051 w 3490661"/>
              <a:gd name="connsiteY6-430" fmla="*/ 0 h 3082645"/>
              <a:gd name="connsiteX7-431" fmla="*/ 950576 w 3490661"/>
              <a:gd name="connsiteY7-432" fmla="*/ 0 h 3082645"/>
              <a:gd name="connsiteX8-433" fmla="*/ 796623 w 3490661"/>
              <a:gd name="connsiteY8-434" fmla="*/ 88900 h 3082645"/>
              <a:gd name="connsiteX9-435" fmla="*/ 9390 w 3490661"/>
              <a:gd name="connsiteY9-436" fmla="*/ 1452436 h 3082645"/>
              <a:gd name="connsiteX10-437" fmla="*/ 9398 w 3490661"/>
              <a:gd name="connsiteY10-438" fmla="*/ 1630223 h 3082645"/>
              <a:gd name="connsiteX11-439" fmla="*/ 796631 w 3490661"/>
              <a:gd name="connsiteY11-440" fmla="*/ 2993759 h 3082645"/>
              <a:gd name="connsiteX12-441" fmla="*/ 950601 w 3490661"/>
              <a:gd name="connsiteY12-442" fmla="*/ 3082645 h 3082645"/>
              <a:gd name="connsiteX0-443" fmla="*/ 950603 w 3490663"/>
              <a:gd name="connsiteY0-444" fmla="*/ 3082645 h 3082645"/>
              <a:gd name="connsiteX1-445" fmla="*/ 2525077 w 3490663"/>
              <a:gd name="connsiteY1-446" fmla="*/ 3082645 h 3082645"/>
              <a:gd name="connsiteX2-447" fmla="*/ 2679030 w 3490663"/>
              <a:gd name="connsiteY2-448" fmla="*/ 2993745 h 3082645"/>
              <a:gd name="connsiteX3-449" fmla="*/ 3466263 w 3490663"/>
              <a:gd name="connsiteY3-450" fmla="*/ 1630209 h 3082645"/>
              <a:gd name="connsiteX4-451" fmla="*/ 3466256 w 3490663"/>
              <a:gd name="connsiteY4-452" fmla="*/ 1452423 h 3082645"/>
              <a:gd name="connsiteX5-453" fmla="*/ 2679023 w 3490663"/>
              <a:gd name="connsiteY5-454" fmla="*/ 88887 h 3082645"/>
              <a:gd name="connsiteX6-455" fmla="*/ 2525053 w 3490663"/>
              <a:gd name="connsiteY6-456" fmla="*/ 0 h 3082645"/>
              <a:gd name="connsiteX7-457" fmla="*/ 950578 w 3490663"/>
              <a:gd name="connsiteY7-458" fmla="*/ 0 h 3082645"/>
              <a:gd name="connsiteX8-459" fmla="*/ 796625 w 3490663"/>
              <a:gd name="connsiteY8-460" fmla="*/ 88900 h 3082645"/>
              <a:gd name="connsiteX9-461" fmla="*/ 9392 w 3490663"/>
              <a:gd name="connsiteY9-462" fmla="*/ 1452436 h 3082645"/>
              <a:gd name="connsiteX10-463" fmla="*/ 9400 w 3490663"/>
              <a:gd name="connsiteY10-464" fmla="*/ 1630223 h 3082645"/>
              <a:gd name="connsiteX11-465" fmla="*/ 796633 w 3490663"/>
              <a:gd name="connsiteY11-466" fmla="*/ 2993759 h 3082645"/>
              <a:gd name="connsiteX12-467" fmla="*/ 950603 w 3490663"/>
              <a:gd name="connsiteY12-468" fmla="*/ 3082645 h 3082645"/>
              <a:gd name="connsiteX0-469" fmla="*/ 965611 w 3505671"/>
              <a:gd name="connsiteY0-470" fmla="*/ 3082645 h 3082645"/>
              <a:gd name="connsiteX1-471" fmla="*/ 2540085 w 3505671"/>
              <a:gd name="connsiteY1-472" fmla="*/ 3082645 h 3082645"/>
              <a:gd name="connsiteX2-473" fmla="*/ 2694038 w 3505671"/>
              <a:gd name="connsiteY2-474" fmla="*/ 2993745 h 3082645"/>
              <a:gd name="connsiteX3-475" fmla="*/ 3481271 w 3505671"/>
              <a:gd name="connsiteY3-476" fmla="*/ 1630209 h 3082645"/>
              <a:gd name="connsiteX4-477" fmla="*/ 3481264 w 3505671"/>
              <a:gd name="connsiteY4-478" fmla="*/ 1452423 h 3082645"/>
              <a:gd name="connsiteX5-479" fmla="*/ 2694031 w 3505671"/>
              <a:gd name="connsiteY5-480" fmla="*/ 88887 h 3082645"/>
              <a:gd name="connsiteX6-481" fmla="*/ 2540061 w 3505671"/>
              <a:gd name="connsiteY6-482" fmla="*/ 0 h 3082645"/>
              <a:gd name="connsiteX7-483" fmla="*/ 965586 w 3505671"/>
              <a:gd name="connsiteY7-484" fmla="*/ 0 h 3082645"/>
              <a:gd name="connsiteX8-485" fmla="*/ 811633 w 3505671"/>
              <a:gd name="connsiteY8-486" fmla="*/ 88900 h 3082645"/>
              <a:gd name="connsiteX9-487" fmla="*/ 24400 w 3505671"/>
              <a:gd name="connsiteY9-488" fmla="*/ 1452436 h 3082645"/>
              <a:gd name="connsiteX10-489" fmla="*/ 24408 w 3505671"/>
              <a:gd name="connsiteY10-490" fmla="*/ 1630223 h 3082645"/>
              <a:gd name="connsiteX11-491" fmla="*/ 811641 w 3505671"/>
              <a:gd name="connsiteY11-492" fmla="*/ 2993759 h 3082645"/>
              <a:gd name="connsiteX12-493" fmla="*/ 965611 w 3505671"/>
              <a:gd name="connsiteY12-494" fmla="*/ 3082645 h 3082645"/>
              <a:gd name="connsiteX0-495" fmla="*/ 965611 w 3505671"/>
              <a:gd name="connsiteY0-496" fmla="*/ 3082645 h 3082645"/>
              <a:gd name="connsiteX1-497" fmla="*/ 2540085 w 3505671"/>
              <a:gd name="connsiteY1-498" fmla="*/ 3082645 h 3082645"/>
              <a:gd name="connsiteX2-499" fmla="*/ 2694038 w 3505671"/>
              <a:gd name="connsiteY2-500" fmla="*/ 2993745 h 3082645"/>
              <a:gd name="connsiteX3-501" fmla="*/ 3481271 w 3505671"/>
              <a:gd name="connsiteY3-502" fmla="*/ 1630209 h 3082645"/>
              <a:gd name="connsiteX4-503" fmla="*/ 3481264 w 3505671"/>
              <a:gd name="connsiteY4-504" fmla="*/ 1452423 h 3082645"/>
              <a:gd name="connsiteX5-505" fmla="*/ 2694031 w 3505671"/>
              <a:gd name="connsiteY5-506" fmla="*/ 88887 h 3082645"/>
              <a:gd name="connsiteX6-507" fmla="*/ 2540061 w 3505671"/>
              <a:gd name="connsiteY6-508" fmla="*/ 0 h 3082645"/>
              <a:gd name="connsiteX7-509" fmla="*/ 965586 w 3505671"/>
              <a:gd name="connsiteY7-510" fmla="*/ 0 h 3082645"/>
              <a:gd name="connsiteX8-511" fmla="*/ 811633 w 3505671"/>
              <a:gd name="connsiteY8-512" fmla="*/ 88900 h 3082645"/>
              <a:gd name="connsiteX9-513" fmla="*/ 24400 w 3505671"/>
              <a:gd name="connsiteY9-514" fmla="*/ 1452436 h 3082645"/>
              <a:gd name="connsiteX10-515" fmla="*/ 24408 w 3505671"/>
              <a:gd name="connsiteY10-516" fmla="*/ 1630223 h 3082645"/>
              <a:gd name="connsiteX11-517" fmla="*/ 811641 w 3505671"/>
              <a:gd name="connsiteY11-518" fmla="*/ 2993759 h 3082645"/>
              <a:gd name="connsiteX12-519" fmla="*/ 965611 w 3505671"/>
              <a:gd name="connsiteY12-520" fmla="*/ 3082645 h 3082645"/>
              <a:gd name="connsiteX0-521" fmla="*/ 965611 w 3505671"/>
              <a:gd name="connsiteY0-522" fmla="*/ 3082645 h 3082645"/>
              <a:gd name="connsiteX1-523" fmla="*/ 2540085 w 3505671"/>
              <a:gd name="connsiteY1-524" fmla="*/ 3082645 h 3082645"/>
              <a:gd name="connsiteX2-525" fmla="*/ 2694038 w 3505671"/>
              <a:gd name="connsiteY2-526" fmla="*/ 2993745 h 3082645"/>
              <a:gd name="connsiteX3-527" fmla="*/ 3481271 w 3505671"/>
              <a:gd name="connsiteY3-528" fmla="*/ 1630209 h 3082645"/>
              <a:gd name="connsiteX4-529" fmla="*/ 3481264 w 3505671"/>
              <a:gd name="connsiteY4-530" fmla="*/ 1452423 h 3082645"/>
              <a:gd name="connsiteX5-531" fmla="*/ 2694031 w 3505671"/>
              <a:gd name="connsiteY5-532" fmla="*/ 88887 h 3082645"/>
              <a:gd name="connsiteX6-533" fmla="*/ 2540061 w 3505671"/>
              <a:gd name="connsiteY6-534" fmla="*/ 0 h 3082645"/>
              <a:gd name="connsiteX7-535" fmla="*/ 965586 w 3505671"/>
              <a:gd name="connsiteY7-536" fmla="*/ 0 h 3082645"/>
              <a:gd name="connsiteX8-537" fmla="*/ 811633 w 3505671"/>
              <a:gd name="connsiteY8-538" fmla="*/ 88900 h 3082645"/>
              <a:gd name="connsiteX9-539" fmla="*/ 24400 w 3505671"/>
              <a:gd name="connsiteY9-540" fmla="*/ 1452436 h 3082645"/>
              <a:gd name="connsiteX10-541" fmla="*/ 24408 w 3505671"/>
              <a:gd name="connsiteY10-542" fmla="*/ 1630223 h 3082645"/>
              <a:gd name="connsiteX11-543" fmla="*/ 811641 w 3505671"/>
              <a:gd name="connsiteY11-544" fmla="*/ 2993759 h 3082645"/>
              <a:gd name="connsiteX12-545" fmla="*/ 965611 w 3505671"/>
              <a:gd name="connsiteY12-546" fmla="*/ 3082645 h 3082645"/>
              <a:gd name="connsiteX0-547" fmla="*/ 965611 w 3505671"/>
              <a:gd name="connsiteY0-548" fmla="*/ 3082645 h 3082645"/>
              <a:gd name="connsiteX1-549" fmla="*/ 2540085 w 3505671"/>
              <a:gd name="connsiteY1-550" fmla="*/ 3082645 h 3082645"/>
              <a:gd name="connsiteX2-551" fmla="*/ 2694038 w 3505671"/>
              <a:gd name="connsiteY2-552" fmla="*/ 2993745 h 3082645"/>
              <a:gd name="connsiteX3-553" fmla="*/ 3481271 w 3505671"/>
              <a:gd name="connsiteY3-554" fmla="*/ 1630209 h 3082645"/>
              <a:gd name="connsiteX4-555" fmla="*/ 3481264 w 3505671"/>
              <a:gd name="connsiteY4-556" fmla="*/ 1452423 h 3082645"/>
              <a:gd name="connsiteX5-557" fmla="*/ 2694031 w 3505671"/>
              <a:gd name="connsiteY5-558" fmla="*/ 88887 h 3082645"/>
              <a:gd name="connsiteX6-559" fmla="*/ 2540061 w 3505671"/>
              <a:gd name="connsiteY6-560" fmla="*/ 0 h 3082645"/>
              <a:gd name="connsiteX7-561" fmla="*/ 965586 w 3505671"/>
              <a:gd name="connsiteY7-562" fmla="*/ 0 h 3082645"/>
              <a:gd name="connsiteX8-563" fmla="*/ 811633 w 3505671"/>
              <a:gd name="connsiteY8-564" fmla="*/ 88900 h 3082645"/>
              <a:gd name="connsiteX9-565" fmla="*/ 24400 w 3505671"/>
              <a:gd name="connsiteY9-566" fmla="*/ 1452436 h 3082645"/>
              <a:gd name="connsiteX10-567" fmla="*/ 24408 w 3505671"/>
              <a:gd name="connsiteY10-568" fmla="*/ 1630223 h 3082645"/>
              <a:gd name="connsiteX11-569" fmla="*/ 811641 w 3505671"/>
              <a:gd name="connsiteY11-570" fmla="*/ 2993759 h 3082645"/>
              <a:gd name="connsiteX12-571" fmla="*/ 965611 w 3505671"/>
              <a:gd name="connsiteY12-572" fmla="*/ 3082645 h 30826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05671" h="3082645">
                <a:moveTo>
                  <a:pt x="965611" y="3082645"/>
                </a:moveTo>
                <a:cubicBezTo>
                  <a:pt x="1030690" y="3082645"/>
                  <a:pt x="2475006" y="3082646"/>
                  <a:pt x="2540085" y="3082645"/>
                </a:cubicBezTo>
                <a:cubicBezTo>
                  <a:pt x="2605164" y="3082646"/>
                  <a:pt x="2661499" y="3050107"/>
                  <a:pt x="2694038" y="2993745"/>
                </a:cubicBezTo>
                <a:cubicBezTo>
                  <a:pt x="2726578" y="2937386"/>
                  <a:pt x="3448731" y="1686570"/>
                  <a:pt x="3481271" y="1630209"/>
                </a:cubicBezTo>
                <a:cubicBezTo>
                  <a:pt x="3513810" y="1573850"/>
                  <a:pt x="3513803" y="1508784"/>
                  <a:pt x="3481264" y="1452423"/>
                </a:cubicBezTo>
                <a:cubicBezTo>
                  <a:pt x="3448724" y="1396064"/>
                  <a:pt x="2726570" y="145248"/>
                  <a:pt x="2694031" y="88887"/>
                </a:cubicBezTo>
                <a:cubicBezTo>
                  <a:pt x="2661492" y="32528"/>
                  <a:pt x="2605139" y="1"/>
                  <a:pt x="2540061" y="0"/>
                </a:cubicBezTo>
                <a:cubicBezTo>
                  <a:pt x="2474982" y="1"/>
                  <a:pt x="1030665" y="1"/>
                  <a:pt x="965586" y="0"/>
                </a:cubicBezTo>
                <a:cubicBezTo>
                  <a:pt x="900507" y="1"/>
                  <a:pt x="844173" y="32540"/>
                  <a:pt x="811633" y="88900"/>
                </a:cubicBezTo>
                <a:cubicBezTo>
                  <a:pt x="779094" y="145261"/>
                  <a:pt x="56940" y="1396077"/>
                  <a:pt x="24400" y="1452436"/>
                </a:cubicBezTo>
                <a:cubicBezTo>
                  <a:pt x="-8139" y="1508797"/>
                  <a:pt x="-8132" y="1573863"/>
                  <a:pt x="24408" y="1630223"/>
                </a:cubicBezTo>
                <a:cubicBezTo>
                  <a:pt x="56947" y="1686584"/>
                  <a:pt x="779101" y="2937400"/>
                  <a:pt x="811641" y="2993759"/>
                </a:cubicBezTo>
                <a:cubicBezTo>
                  <a:pt x="844180" y="3050120"/>
                  <a:pt x="900532" y="3082645"/>
                  <a:pt x="965611" y="3082645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9017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00" b="1">
              <a:solidFill>
                <a:schemeClr val="lt1"/>
              </a:solidFill>
              <a:sym typeface="+mn-ea"/>
            </a:endParaRPr>
          </a:p>
        </p:txBody>
      </p:sp>
      <p:sp>
        <p:nvSpPr>
          <p:cNvPr id="18" name="任意多边形: 形状 14296"/>
          <p:cNvSpPr/>
          <p:nvPr>
            <p:custDataLst>
              <p:tags r:id="rId3"/>
            </p:custDataLst>
          </p:nvPr>
        </p:nvSpPr>
        <p:spPr>
          <a:xfrm rot="1800000">
            <a:off x="3997489" y="1890755"/>
            <a:ext cx="604768" cy="531972"/>
          </a:xfrm>
          <a:custGeom>
            <a:avLst/>
            <a:gdLst>
              <a:gd name="connsiteX0" fmla="*/ 950601 w 3475650"/>
              <a:gd name="connsiteY0" fmla="*/ 3082645 h 3082645"/>
              <a:gd name="connsiteX1" fmla="*/ 2525075 w 3475650"/>
              <a:gd name="connsiteY1" fmla="*/ 3082645 h 3082645"/>
              <a:gd name="connsiteX2" fmla="*/ 2679028 w 3475650"/>
              <a:gd name="connsiteY2" fmla="*/ 2993745 h 3082645"/>
              <a:gd name="connsiteX3" fmla="*/ 3466261 w 3475650"/>
              <a:gd name="connsiteY3" fmla="*/ 1630209 h 3082645"/>
              <a:gd name="connsiteX4" fmla="*/ 3466254 w 3475650"/>
              <a:gd name="connsiteY4" fmla="*/ 1452423 h 3082645"/>
              <a:gd name="connsiteX5" fmla="*/ 2679021 w 3475650"/>
              <a:gd name="connsiteY5" fmla="*/ 88887 h 3082645"/>
              <a:gd name="connsiteX6" fmla="*/ 2525051 w 3475650"/>
              <a:gd name="connsiteY6" fmla="*/ 0 h 3082645"/>
              <a:gd name="connsiteX7" fmla="*/ 950576 w 3475650"/>
              <a:gd name="connsiteY7" fmla="*/ 0 h 3082645"/>
              <a:gd name="connsiteX8" fmla="*/ 796623 w 3475650"/>
              <a:gd name="connsiteY8" fmla="*/ 88900 h 3082645"/>
              <a:gd name="connsiteX9" fmla="*/ 9390 w 3475650"/>
              <a:gd name="connsiteY9" fmla="*/ 1452436 h 3082645"/>
              <a:gd name="connsiteX10" fmla="*/ 9398 w 3475650"/>
              <a:gd name="connsiteY10" fmla="*/ 1630223 h 3082645"/>
              <a:gd name="connsiteX11" fmla="*/ 796631 w 3475650"/>
              <a:gd name="connsiteY11" fmla="*/ 2993759 h 3082645"/>
              <a:gd name="connsiteX12" fmla="*/ 950601 w 3475650"/>
              <a:gd name="connsiteY12" fmla="*/ 3082645 h 3082645"/>
              <a:gd name="connsiteX0-1" fmla="*/ 950601 w 3475650"/>
              <a:gd name="connsiteY0-2" fmla="*/ 3082645 h 3082645"/>
              <a:gd name="connsiteX1-3" fmla="*/ 2525075 w 3475650"/>
              <a:gd name="connsiteY1-4" fmla="*/ 3082645 h 3082645"/>
              <a:gd name="connsiteX2-5" fmla="*/ 2679028 w 3475650"/>
              <a:gd name="connsiteY2-6" fmla="*/ 2993745 h 3082645"/>
              <a:gd name="connsiteX3-7" fmla="*/ 3466261 w 3475650"/>
              <a:gd name="connsiteY3-8" fmla="*/ 1630209 h 3082645"/>
              <a:gd name="connsiteX4-9" fmla="*/ 3466254 w 3475650"/>
              <a:gd name="connsiteY4-10" fmla="*/ 1452423 h 3082645"/>
              <a:gd name="connsiteX5-11" fmla="*/ 2679021 w 3475650"/>
              <a:gd name="connsiteY5-12" fmla="*/ 88887 h 3082645"/>
              <a:gd name="connsiteX6-13" fmla="*/ 2525051 w 3475650"/>
              <a:gd name="connsiteY6-14" fmla="*/ 0 h 3082645"/>
              <a:gd name="connsiteX7-15" fmla="*/ 950576 w 3475650"/>
              <a:gd name="connsiteY7-16" fmla="*/ 0 h 3082645"/>
              <a:gd name="connsiteX8-17" fmla="*/ 796623 w 3475650"/>
              <a:gd name="connsiteY8-18" fmla="*/ 88900 h 3082645"/>
              <a:gd name="connsiteX9-19" fmla="*/ 9390 w 3475650"/>
              <a:gd name="connsiteY9-20" fmla="*/ 1452436 h 3082645"/>
              <a:gd name="connsiteX10-21" fmla="*/ 9398 w 3475650"/>
              <a:gd name="connsiteY10-22" fmla="*/ 1630223 h 3082645"/>
              <a:gd name="connsiteX11-23" fmla="*/ 796631 w 3475650"/>
              <a:gd name="connsiteY11-24" fmla="*/ 2993759 h 3082645"/>
              <a:gd name="connsiteX12-25" fmla="*/ 950601 w 3475650"/>
              <a:gd name="connsiteY12-26" fmla="*/ 3082645 h 3082645"/>
              <a:gd name="connsiteX0-27" fmla="*/ 950601 w 3475650"/>
              <a:gd name="connsiteY0-28" fmla="*/ 3082645 h 3082645"/>
              <a:gd name="connsiteX1-29" fmla="*/ 2525075 w 3475650"/>
              <a:gd name="connsiteY1-30" fmla="*/ 3082645 h 3082645"/>
              <a:gd name="connsiteX2-31" fmla="*/ 2679028 w 3475650"/>
              <a:gd name="connsiteY2-32" fmla="*/ 2993745 h 3082645"/>
              <a:gd name="connsiteX3-33" fmla="*/ 3466261 w 3475650"/>
              <a:gd name="connsiteY3-34" fmla="*/ 1630209 h 3082645"/>
              <a:gd name="connsiteX4-35" fmla="*/ 3466254 w 3475650"/>
              <a:gd name="connsiteY4-36" fmla="*/ 1452423 h 3082645"/>
              <a:gd name="connsiteX5-37" fmla="*/ 2679021 w 3475650"/>
              <a:gd name="connsiteY5-38" fmla="*/ 88887 h 3082645"/>
              <a:gd name="connsiteX6-39" fmla="*/ 2525051 w 3475650"/>
              <a:gd name="connsiteY6-40" fmla="*/ 0 h 3082645"/>
              <a:gd name="connsiteX7-41" fmla="*/ 950576 w 3475650"/>
              <a:gd name="connsiteY7-42" fmla="*/ 0 h 3082645"/>
              <a:gd name="connsiteX8-43" fmla="*/ 796623 w 3475650"/>
              <a:gd name="connsiteY8-44" fmla="*/ 88900 h 3082645"/>
              <a:gd name="connsiteX9-45" fmla="*/ 9390 w 3475650"/>
              <a:gd name="connsiteY9-46" fmla="*/ 1452436 h 3082645"/>
              <a:gd name="connsiteX10-47" fmla="*/ 9398 w 3475650"/>
              <a:gd name="connsiteY10-48" fmla="*/ 1630223 h 3082645"/>
              <a:gd name="connsiteX11-49" fmla="*/ 796631 w 3475650"/>
              <a:gd name="connsiteY11-50" fmla="*/ 2993759 h 3082645"/>
              <a:gd name="connsiteX12-51" fmla="*/ 950601 w 3475650"/>
              <a:gd name="connsiteY12-52" fmla="*/ 3082645 h 3082645"/>
              <a:gd name="connsiteX0-53" fmla="*/ 950601 w 3475650"/>
              <a:gd name="connsiteY0-54" fmla="*/ 3082645 h 3082645"/>
              <a:gd name="connsiteX1-55" fmla="*/ 2525075 w 3475650"/>
              <a:gd name="connsiteY1-56" fmla="*/ 3082645 h 3082645"/>
              <a:gd name="connsiteX2-57" fmla="*/ 2679028 w 3475650"/>
              <a:gd name="connsiteY2-58" fmla="*/ 2993745 h 3082645"/>
              <a:gd name="connsiteX3-59" fmla="*/ 3466261 w 3475650"/>
              <a:gd name="connsiteY3-60" fmla="*/ 1630209 h 3082645"/>
              <a:gd name="connsiteX4-61" fmla="*/ 3466254 w 3475650"/>
              <a:gd name="connsiteY4-62" fmla="*/ 1452423 h 3082645"/>
              <a:gd name="connsiteX5-63" fmla="*/ 2679021 w 3475650"/>
              <a:gd name="connsiteY5-64" fmla="*/ 88887 h 3082645"/>
              <a:gd name="connsiteX6-65" fmla="*/ 2525051 w 3475650"/>
              <a:gd name="connsiteY6-66" fmla="*/ 0 h 3082645"/>
              <a:gd name="connsiteX7-67" fmla="*/ 950576 w 3475650"/>
              <a:gd name="connsiteY7-68" fmla="*/ 0 h 3082645"/>
              <a:gd name="connsiteX8-69" fmla="*/ 796623 w 3475650"/>
              <a:gd name="connsiteY8-70" fmla="*/ 88900 h 3082645"/>
              <a:gd name="connsiteX9-71" fmla="*/ 9390 w 3475650"/>
              <a:gd name="connsiteY9-72" fmla="*/ 1452436 h 3082645"/>
              <a:gd name="connsiteX10-73" fmla="*/ 9398 w 3475650"/>
              <a:gd name="connsiteY10-74" fmla="*/ 1630223 h 3082645"/>
              <a:gd name="connsiteX11-75" fmla="*/ 796631 w 3475650"/>
              <a:gd name="connsiteY11-76" fmla="*/ 2993759 h 3082645"/>
              <a:gd name="connsiteX12-77" fmla="*/ 950601 w 3475650"/>
              <a:gd name="connsiteY12-78" fmla="*/ 3082645 h 3082645"/>
              <a:gd name="connsiteX0-79" fmla="*/ 950601 w 3475650"/>
              <a:gd name="connsiteY0-80" fmla="*/ 3082645 h 3082645"/>
              <a:gd name="connsiteX1-81" fmla="*/ 2525075 w 3475650"/>
              <a:gd name="connsiteY1-82" fmla="*/ 3082645 h 3082645"/>
              <a:gd name="connsiteX2-83" fmla="*/ 2679028 w 3475650"/>
              <a:gd name="connsiteY2-84" fmla="*/ 2993745 h 3082645"/>
              <a:gd name="connsiteX3-85" fmla="*/ 3466261 w 3475650"/>
              <a:gd name="connsiteY3-86" fmla="*/ 1630209 h 3082645"/>
              <a:gd name="connsiteX4-87" fmla="*/ 3466254 w 3475650"/>
              <a:gd name="connsiteY4-88" fmla="*/ 1452423 h 3082645"/>
              <a:gd name="connsiteX5-89" fmla="*/ 2679021 w 3475650"/>
              <a:gd name="connsiteY5-90" fmla="*/ 88887 h 3082645"/>
              <a:gd name="connsiteX6-91" fmla="*/ 2525051 w 3475650"/>
              <a:gd name="connsiteY6-92" fmla="*/ 0 h 3082645"/>
              <a:gd name="connsiteX7-93" fmla="*/ 950576 w 3475650"/>
              <a:gd name="connsiteY7-94" fmla="*/ 0 h 3082645"/>
              <a:gd name="connsiteX8-95" fmla="*/ 796623 w 3475650"/>
              <a:gd name="connsiteY8-96" fmla="*/ 88900 h 3082645"/>
              <a:gd name="connsiteX9-97" fmla="*/ 9390 w 3475650"/>
              <a:gd name="connsiteY9-98" fmla="*/ 1452436 h 3082645"/>
              <a:gd name="connsiteX10-99" fmla="*/ 9398 w 3475650"/>
              <a:gd name="connsiteY10-100" fmla="*/ 1630223 h 3082645"/>
              <a:gd name="connsiteX11-101" fmla="*/ 796631 w 3475650"/>
              <a:gd name="connsiteY11-102" fmla="*/ 2993759 h 3082645"/>
              <a:gd name="connsiteX12-103" fmla="*/ 950601 w 3475650"/>
              <a:gd name="connsiteY12-104" fmla="*/ 3082645 h 3082645"/>
              <a:gd name="connsiteX0-105" fmla="*/ 950601 w 3475650"/>
              <a:gd name="connsiteY0-106" fmla="*/ 3082645 h 3082645"/>
              <a:gd name="connsiteX1-107" fmla="*/ 2525075 w 3475650"/>
              <a:gd name="connsiteY1-108" fmla="*/ 3082645 h 3082645"/>
              <a:gd name="connsiteX2-109" fmla="*/ 2679028 w 3475650"/>
              <a:gd name="connsiteY2-110" fmla="*/ 2993745 h 3082645"/>
              <a:gd name="connsiteX3-111" fmla="*/ 3466261 w 3475650"/>
              <a:gd name="connsiteY3-112" fmla="*/ 1630209 h 3082645"/>
              <a:gd name="connsiteX4-113" fmla="*/ 3466254 w 3475650"/>
              <a:gd name="connsiteY4-114" fmla="*/ 1452423 h 3082645"/>
              <a:gd name="connsiteX5-115" fmla="*/ 2679021 w 3475650"/>
              <a:gd name="connsiteY5-116" fmla="*/ 88887 h 3082645"/>
              <a:gd name="connsiteX6-117" fmla="*/ 2525051 w 3475650"/>
              <a:gd name="connsiteY6-118" fmla="*/ 0 h 3082645"/>
              <a:gd name="connsiteX7-119" fmla="*/ 950576 w 3475650"/>
              <a:gd name="connsiteY7-120" fmla="*/ 0 h 3082645"/>
              <a:gd name="connsiteX8-121" fmla="*/ 796623 w 3475650"/>
              <a:gd name="connsiteY8-122" fmla="*/ 88900 h 3082645"/>
              <a:gd name="connsiteX9-123" fmla="*/ 9390 w 3475650"/>
              <a:gd name="connsiteY9-124" fmla="*/ 1452436 h 3082645"/>
              <a:gd name="connsiteX10-125" fmla="*/ 9398 w 3475650"/>
              <a:gd name="connsiteY10-126" fmla="*/ 1630223 h 3082645"/>
              <a:gd name="connsiteX11-127" fmla="*/ 796631 w 3475650"/>
              <a:gd name="connsiteY11-128" fmla="*/ 2993759 h 3082645"/>
              <a:gd name="connsiteX12-129" fmla="*/ 950601 w 3475650"/>
              <a:gd name="connsiteY12-130" fmla="*/ 3082645 h 3082645"/>
              <a:gd name="connsiteX0-131" fmla="*/ 950601 w 3475653"/>
              <a:gd name="connsiteY0-132" fmla="*/ 3082645 h 3082645"/>
              <a:gd name="connsiteX1-133" fmla="*/ 2525075 w 3475653"/>
              <a:gd name="connsiteY1-134" fmla="*/ 3082645 h 3082645"/>
              <a:gd name="connsiteX2-135" fmla="*/ 2679028 w 3475653"/>
              <a:gd name="connsiteY2-136" fmla="*/ 2993745 h 3082645"/>
              <a:gd name="connsiteX3-137" fmla="*/ 3466261 w 3475653"/>
              <a:gd name="connsiteY3-138" fmla="*/ 1630209 h 3082645"/>
              <a:gd name="connsiteX4-139" fmla="*/ 3466254 w 3475653"/>
              <a:gd name="connsiteY4-140" fmla="*/ 1452423 h 3082645"/>
              <a:gd name="connsiteX5-141" fmla="*/ 2679021 w 3475653"/>
              <a:gd name="connsiteY5-142" fmla="*/ 88887 h 3082645"/>
              <a:gd name="connsiteX6-143" fmla="*/ 2525051 w 3475653"/>
              <a:gd name="connsiteY6-144" fmla="*/ 0 h 3082645"/>
              <a:gd name="connsiteX7-145" fmla="*/ 950576 w 3475653"/>
              <a:gd name="connsiteY7-146" fmla="*/ 0 h 3082645"/>
              <a:gd name="connsiteX8-147" fmla="*/ 796623 w 3475653"/>
              <a:gd name="connsiteY8-148" fmla="*/ 88900 h 3082645"/>
              <a:gd name="connsiteX9-149" fmla="*/ 9390 w 3475653"/>
              <a:gd name="connsiteY9-150" fmla="*/ 1452436 h 3082645"/>
              <a:gd name="connsiteX10-151" fmla="*/ 9398 w 3475653"/>
              <a:gd name="connsiteY10-152" fmla="*/ 1630223 h 3082645"/>
              <a:gd name="connsiteX11-153" fmla="*/ 796631 w 3475653"/>
              <a:gd name="connsiteY11-154" fmla="*/ 2993759 h 3082645"/>
              <a:gd name="connsiteX12-155" fmla="*/ 950601 w 3475653"/>
              <a:gd name="connsiteY12-156" fmla="*/ 3082645 h 3082645"/>
              <a:gd name="connsiteX0-157" fmla="*/ 950601 w 3490661"/>
              <a:gd name="connsiteY0-158" fmla="*/ 3082645 h 3082645"/>
              <a:gd name="connsiteX1-159" fmla="*/ 2525075 w 3490661"/>
              <a:gd name="connsiteY1-160" fmla="*/ 3082645 h 3082645"/>
              <a:gd name="connsiteX2-161" fmla="*/ 2679028 w 3490661"/>
              <a:gd name="connsiteY2-162" fmla="*/ 2993745 h 3082645"/>
              <a:gd name="connsiteX3-163" fmla="*/ 3466261 w 3490661"/>
              <a:gd name="connsiteY3-164" fmla="*/ 1630209 h 3082645"/>
              <a:gd name="connsiteX4-165" fmla="*/ 3466254 w 3490661"/>
              <a:gd name="connsiteY4-166" fmla="*/ 1452423 h 3082645"/>
              <a:gd name="connsiteX5-167" fmla="*/ 2679021 w 3490661"/>
              <a:gd name="connsiteY5-168" fmla="*/ 88887 h 3082645"/>
              <a:gd name="connsiteX6-169" fmla="*/ 2525051 w 3490661"/>
              <a:gd name="connsiteY6-170" fmla="*/ 0 h 3082645"/>
              <a:gd name="connsiteX7-171" fmla="*/ 950576 w 3490661"/>
              <a:gd name="connsiteY7-172" fmla="*/ 0 h 3082645"/>
              <a:gd name="connsiteX8-173" fmla="*/ 796623 w 3490661"/>
              <a:gd name="connsiteY8-174" fmla="*/ 88900 h 3082645"/>
              <a:gd name="connsiteX9-175" fmla="*/ 9390 w 3490661"/>
              <a:gd name="connsiteY9-176" fmla="*/ 1452436 h 3082645"/>
              <a:gd name="connsiteX10-177" fmla="*/ 9398 w 3490661"/>
              <a:gd name="connsiteY10-178" fmla="*/ 1630223 h 3082645"/>
              <a:gd name="connsiteX11-179" fmla="*/ 796631 w 3490661"/>
              <a:gd name="connsiteY11-180" fmla="*/ 2993759 h 3082645"/>
              <a:gd name="connsiteX12-181" fmla="*/ 950601 w 3490661"/>
              <a:gd name="connsiteY12-182" fmla="*/ 3082645 h 3082645"/>
              <a:gd name="connsiteX0-183" fmla="*/ 950601 w 3490661"/>
              <a:gd name="connsiteY0-184" fmla="*/ 3082645 h 3082645"/>
              <a:gd name="connsiteX1-185" fmla="*/ 2525075 w 3490661"/>
              <a:gd name="connsiteY1-186" fmla="*/ 3082645 h 3082645"/>
              <a:gd name="connsiteX2-187" fmla="*/ 2679028 w 3490661"/>
              <a:gd name="connsiteY2-188" fmla="*/ 2993745 h 3082645"/>
              <a:gd name="connsiteX3-189" fmla="*/ 3466261 w 3490661"/>
              <a:gd name="connsiteY3-190" fmla="*/ 1630209 h 3082645"/>
              <a:gd name="connsiteX4-191" fmla="*/ 3466254 w 3490661"/>
              <a:gd name="connsiteY4-192" fmla="*/ 1452423 h 3082645"/>
              <a:gd name="connsiteX5-193" fmla="*/ 2679021 w 3490661"/>
              <a:gd name="connsiteY5-194" fmla="*/ 88887 h 3082645"/>
              <a:gd name="connsiteX6-195" fmla="*/ 2525051 w 3490661"/>
              <a:gd name="connsiteY6-196" fmla="*/ 0 h 3082645"/>
              <a:gd name="connsiteX7-197" fmla="*/ 950576 w 3490661"/>
              <a:gd name="connsiteY7-198" fmla="*/ 0 h 3082645"/>
              <a:gd name="connsiteX8-199" fmla="*/ 796623 w 3490661"/>
              <a:gd name="connsiteY8-200" fmla="*/ 88900 h 3082645"/>
              <a:gd name="connsiteX9-201" fmla="*/ 9390 w 3490661"/>
              <a:gd name="connsiteY9-202" fmla="*/ 1452436 h 3082645"/>
              <a:gd name="connsiteX10-203" fmla="*/ 9398 w 3490661"/>
              <a:gd name="connsiteY10-204" fmla="*/ 1630223 h 3082645"/>
              <a:gd name="connsiteX11-205" fmla="*/ 796631 w 3490661"/>
              <a:gd name="connsiteY11-206" fmla="*/ 2993759 h 3082645"/>
              <a:gd name="connsiteX12-207" fmla="*/ 950601 w 3490661"/>
              <a:gd name="connsiteY12-208" fmla="*/ 3082645 h 3082645"/>
              <a:gd name="connsiteX0-209" fmla="*/ 950601 w 3490661"/>
              <a:gd name="connsiteY0-210" fmla="*/ 3082645 h 3082645"/>
              <a:gd name="connsiteX1-211" fmla="*/ 2525075 w 3490661"/>
              <a:gd name="connsiteY1-212" fmla="*/ 3082645 h 3082645"/>
              <a:gd name="connsiteX2-213" fmla="*/ 2679028 w 3490661"/>
              <a:gd name="connsiteY2-214" fmla="*/ 2993745 h 3082645"/>
              <a:gd name="connsiteX3-215" fmla="*/ 3466261 w 3490661"/>
              <a:gd name="connsiteY3-216" fmla="*/ 1630209 h 3082645"/>
              <a:gd name="connsiteX4-217" fmla="*/ 3466254 w 3490661"/>
              <a:gd name="connsiteY4-218" fmla="*/ 1452423 h 3082645"/>
              <a:gd name="connsiteX5-219" fmla="*/ 2679021 w 3490661"/>
              <a:gd name="connsiteY5-220" fmla="*/ 88887 h 3082645"/>
              <a:gd name="connsiteX6-221" fmla="*/ 2525051 w 3490661"/>
              <a:gd name="connsiteY6-222" fmla="*/ 0 h 3082645"/>
              <a:gd name="connsiteX7-223" fmla="*/ 950576 w 3490661"/>
              <a:gd name="connsiteY7-224" fmla="*/ 0 h 3082645"/>
              <a:gd name="connsiteX8-225" fmla="*/ 796623 w 3490661"/>
              <a:gd name="connsiteY8-226" fmla="*/ 88900 h 3082645"/>
              <a:gd name="connsiteX9-227" fmla="*/ 9390 w 3490661"/>
              <a:gd name="connsiteY9-228" fmla="*/ 1452436 h 3082645"/>
              <a:gd name="connsiteX10-229" fmla="*/ 9398 w 3490661"/>
              <a:gd name="connsiteY10-230" fmla="*/ 1630223 h 3082645"/>
              <a:gd name="connsiteX11-231" fmla="*/ 796631 w 3490661"/>
              <a:gd name="connsiteY11-232" fmla="*/ 2993759 h 3082645"/>
              <a:gd name="connsiteX12-233" fmla="*/ 950601 w 3490661"/>
              <a:gd name="connsiteY12-234" fmla="*/ 3082645 h 3082645"/>
              <a:gd name="connsiteX0-235" fmla="*/ 950601 w 3490661"/>
              <a:gd name="connsiteY0-236" fmla="*/ 3082645 h 3082645"/>
              <a:gd name="connsiteX1-237" fmla="*/ 2525075 w 3490661"/>
              <a:gd name="connsiteY1-238" fmla="*/ 3082645 h 3082645"/>
              <a:gd name="connsiteX2-239" fmla="*/ 2679028 w 3490661"/>
              <a:gd name="connsiteY2-240" fmla="*/ 2993745 h 3082645"/>
              <a:gd name="connsiteX3-241" fmla="*/ 3466261 w 3490661"/>
              <a:gd name="connsiteY3-242" fmla="*/ 1630209 h 3082645"/>
              <a:gd name="connsiteX4-243" fmla="*/ 3466254 w 3490661"/>
              <a:gd name="connsiteY4-244" fmla="*/ 1452423 h 3082645"/>
              <a:gd name="connsiteX5-245" fmla="*/ 2679021 w 3490661"/>
              <a:gd name="connsiteY5-246" fmla="*/ 88887 h 3082645"/>
              <a:gd name="connsiteX6-247" fmla="*/ 2525051 w 3490661"/>
              <a:gd name="connsiteY6-248" fmla="*/ 0 h 3082645"/>
              <a:gd name="connsiteX7-249" fmla="*/ 950576 w 3490661"/>
              <a:gd name="connsiteY7-250" fmla="*/ 0 h 3082645"/>
              <a:gd name="connsiteX8-251" fmla="*/ 796623 w 3490661"/>
              <a:gd name="connsiteY8-252" fmla="*/ 88900 h 3082645"/>
              <a:gd name="connsiteX9-253" fmla="*/ 9390 w 3490661"/>
              <a:gd name="connsiteY9-254" fmla="*/ 1452436 h 3082645"/>
              <a:gd name="connsiteX10-255" fmla="*/ 9398 w 3490661"/>
              <a:gd name="connsiteY10-256" fmla="*/ 1630223 h 3082645"/>
              <a:gd name="connsiteX11-257" fmla="*/ 796631 w 3490661"/>
              <a:gd name="connsiteY11-258" fmla="*/ 2993759 h 3082645"/>
              <a:gd name="connsiteX12-259" fmla="*/ 950601 w 3490661"/>
              <a:gd name="connsiteY12-260" fmla="*/ 3082645 h 3082645"/>
              <a:gd name="connsiteX0-261" fmla="*/ 950601 w 3490661"/>
              <a:gd name="connsiteY0-262" fmla="*/ 3082645 h 3082645"/>
              <a:gd name="connsiteX1-263" fmla="*/ 2525075 w 3490661"/>
              <a:gd name="connsiteY1-264" fmla="*/ 3082645 h 3082645"/>
              <a:gd name="connsiteX2-265" fmla="*/ 2679028 w 3490661"/>
              <a:gd name="connsiteY2-266" fmla="*/ 2993745 h 3082645"/>
              <a:gd name="connsiteX3-267" fmla="*/ 3466261 w 3490661"/>
              <a:gd name="connsiteY3-268" fmla="*/ 1630209 h 3082645"/>
              <a:gd name="connsiteX4-269" fmla="*/ 3466254 w 3490661"/>
              <a:gd name="connsiteY4-270" fmla="*/ 1452423 h 3082645"/>
              <a:gd name="connsiteX5-271" fmla="*/ 2679021 w 3490661"/>
              <a:gd name="connsiteY5-272" fmla="*/ 88887 h 3082645"/>
              <a:gd name="connsiteX6-273" fmla="*/ 2525051 w 3490661"/>
              <a:gd name="connsiteY6-274" fmla="*/ 0 h 3082645"/>
              <a:gd name="connsiteX7-275" fmla="*/ 950576 w 3490661"/>
              <a:gd name="connsiteY7-276" fmla="*/ 0 h 3082645"/>
              <a:gd name="connsiteX8-277" fmla="*/ 796623 w 3490661"/>
              <a:gd name="connsiteY8-278" fmla="*/ 88900 h 3082645"/>
              <a:gd name="connsiteX9-279" fmla="*/ 9390 w 3490661"/>
              <a:gd name="connsiteY9-280" fmla="*/ 1452436 h 3082645"/>
              <a:gd name="connsiteX10-281" fmla="*/ 9398 w 3490661"/>
              <a:gd name="connsiteY10-282" fmla="*/ 1630223 h 3082645"/>
              <a:gd name="connsiteX11-283" fmla="*/ 796631 w 3490661"/>
              <a:gd name="connsiteY11-284" fmla="*/ 2993759 h 3082645"/>
              <a:gd name="connsiteX12-285" fmla="*/ 950601 w 3490661"/>
              <a:gd name="connsiteY12-286" fmla="*/ 3082645 h 3082645"/>
              <a:gd name="connsiteX0-287" fmla="*/ 950601 w 3490661"/>
              <a:gd name="connsiteY0-288" fmla="*/ 3082645 h 3082645"/>
              <a:gd name="connsiteX1-289" fmla="*/ 2525075 w 3490661"/>
              <a:gd name="connsiteY1-290" fmla="*/ 3082645 h 3082645"/>
              <a:gd name="connsiteX2-291" fmla="*/ 2679028 w 3490661"/>
              <a:gd name="connsiteY2-292" fmla="*/ 2993745 h 3082645"/>
              <a:gd name="connsiteX3-293" fmla="*/ 3466261 w 3490661"/>
              <a:gd name="connsiteY3-294" fmla="*/ 1630209 h 3082645"/>
              <a:gd name="connsiteX4-295" fmla="*/ 3466254 w 3490661"/>
              <a:gd name="connsiteY4-296" fmla="*/ 1452423 h 3082645"/>
              <a:gd name="connsiteX5-297" fmla="*/ 2679021 w 3490661"/>
              <a:gd name="connsiteY5-298" fmla="*/ 88887 h 3082645"/>
              <a:gd name="connsiteX6-299" fmla="*/ 2525051 w 3490661"/>
              <a:gd name="connsiteY6-300" fmla="*/ 0 h 3082645"/>
              <a:gd name="connsiteX7-301" fmla="*/ 950576 w 3490661"/>
              <a:gd name="connsiteY7-302" fmla="*/ 0 h 3082645"/>
              <a:gd name="connsiteX8-303" fmla="*/ 796623 w 3490661"/>
              <a:gd name="connsiteY8-304" fmla="*/ 88900 h 3082645"/>
              <a:gd name="connsiteX9-305" fmla="*/ 9390 w 3490661"/>
              <a:gd name="connsiteY9-306" fmla="*/ 1452436 h 3082645"/>
              <a:gd name="connsiteX10-307" fmla="*/ 9398 w 3490661"/>
              <a:gd name="connsiteY10-308" fmla="*/ 1630223 h 3082645"/>
              <a:gd name="connsiteX11-309" fmla="*/ 796631 w 3490661"/>
              <a:gd name="connsiteY11-310" fmla="*/ 2993759 h 3082645"/>
              <a:gd name="connsiteX12-311" fmla="*/ 950601 w 3490661"/>
              <a:gd name="connsiteY12-312" fmla="*/ 3082645 h 3082645"/>
              <a:gd name="connsiteX0-313" fmla="*/ 950601 w 3490661"/>
              <a:gd name="connsiteY0-314" fmla="*/ 3082645 h 3082645"/>
              <a:gd name="connsiteX1-315" fmla="*/ 2525075 w 3490661"/>
              <a:gd name="connsiteY1-316" fmla="*/ 3082645 h 3082645"/>
              <a:gd name="connsiteX2-317" fmla="*/ 2679028 w 3490661"/>
              <a:gd name="connsiteY2-318" fmla="*/ 2993745 h 3082645"/>
              <a:gd name="connsiteX3-319" fmla="*/ 3466261 w 3490661"/>
              <a:gd name="connsiteY3-320" fmla="*/ 1630209 h 3082645"/>
              <a:gd name="connsiteX4-321" fmla="*/ 3466254 w 3490661"/>
              <a:gd name="connsiteY4-322" fmla="*/ 1452423 h 3082645"/>
              <a:gd name="connsiteX5-323" fmla="*/ 2679021 w 3490661"/>
              <a:gd name="connsiteY5-324" fmla="*/ 88887 h 3082645"/>
              <a:gd name="connsiteX6-325" fmla="*/ 2525051 w 3490661"/>
              <a:gd name="connsiteY6-326" fmla="*/ 0 h 3082645"/>
              <a:gd name="connsiteX7-327" fmla="*/ 950576 w 3490661"/>
              <a:gd name="connsiteY7-328" fmla="*/ 0 h 3082645"/>
              <a:gd name="connsiteX8-329" fmla="*/ 796623 w 3490661"/>
              <a:gd name="connsiteY8-330" fmla="*/ 88900 h 3082645"/>
              <a:gd name="connsiteX9-331" fmla="*/ 9390 w 3490661"/>
              <a:gd name="connsiteY9-332" fmla="*/ 1452436 h 3082645"/>
              <a:gd name="connsiteX10-333" fmla="*/ 9398 w 3490661"/>
              <a:gd name="connsiteY10-334" fmla="*/ 1630223 h 3082645"/>
              <a:gd name="connsiteX11-335" fmla="*/ 796631 w 3490661"/>
              <a:gd name="connsiteY11-336" fmla="*/ 2993759 h 3082645"/>
              <a:gd name="connsiteX12-337" fmla="*/ 950601 w 3490661"/>
              <a:gd name="connsiteY12-338" fmla="*/ 3082645 h 3082645"/>
              <a:gd name="connsiteX0-339" fmla="*/ 950601 w 3490661"/>
              <a:gd name="connsiteY0-340" fmla="*/ 3082645 h 3082645"/>
              <a:gd name="connsiteX1-341" fmla="*/ 2525075 w 3490661"/>
              <a:gd name="connsiteY1-342" fmla="*/ 3082645 h 3082645"/>
              <a:gd name="connsiteX2-343" fmla="*/ 2679028 w 3490661"/>
              <a:gd name="connsiteY2-344" fmla="*/ 2993745 h 3082645"/>
              <a:gd name="connsiteX3-345" fmla="*/ 3466261 w 3490661"/>
              <a:gd name="connsiteY3-346" fmla="*/ 1630209 h 3082645"/>
              <a:gd name="connsiteX4-347" fmla="*/ 3466254 w 3490661"/>
              <a:gd name="connsiteY4-348" fmla="*/ 1452423 h 3082645"/>
              <a:gd name="connsiteX5-349" fmla="*/ 2679021 w 3490661"/>
              <a:gd name="connsiteY5-350" fmla="*/ 88887 h 3082645"/>
              <a:gd name="connsiteX6-351" fmla="*/ 2525051 w 3490661"/>
              <a:gd name="connsiteY6-352" fmla="*/ 0 h 3082645"/>
              <a:gd name="connsiteX7-353" fmla="*/ 950576 w 3490661"/>
              <a:gd name="connsiteY7-354" fmla="*/ 0 h 3082645"/>
              <a:gd name="connsiteX8-355" fmla="*/ 796623 w 3490661"/>
              <a:gd name="connsiteY8-356" fmla="*/ 88900 h 3082645"/>
              <a:gd name="connsiteX9-357" fmla="*/ 9390 w 3490661"/>
              <a:gd name="connsiteY9-358" fmla="*/ 1452436 h 3082645"/>
              <a:gd name="connsiteX10-359" fmla="*/ 9398 w 3490661"/>
              <a:gd name="connsiteY10-360" fmla="*/ 1630223 h 3082645"/>
              <a:gd name="connsiteX11-361" fmla="*/ 796631 w 3490661"/>
              <a:gd name="connsiteY11-362" fmla="*/ 2993759 h 3082645"/>
              <a:gd name="connsiteX12-363" fmla="*/ 950601 w 3490661"/>
              <a:gd name="connsiteY12-364" fmla="*/ 3082645 h 3082645"/>
              <a:gd name="connsiteX0-365" fmla="*/ 950601 w 3490661"/>
              <a:gd name="connsiteY0-366" fmla="*/ 3082645 h 3082645"/>
              <a:gd name="connsiteX1-367" fmla="*/ 2525075 w 3490661"/>
              <a:gd name="connsiteY1-368" fmla="*/ 3082645 h 3082645"/>
              <a:gd name="connsiteX2-369" fmla="*/ 2679028 w 3490661"/>
              <a:gd name="connsiteY2-370" fmla="*/ 2993745 h 3082645"/>
              <a:gd name="connsiteX3-371" fmla="*/ 3466261 w 3490661"/>
              <a:gd name="connsiteY3-372" fmla="*/ 1630209 h 3082645"/>
              <a:gd name="connsiteX4-373" fmla="*/ 3466254 w 3490661"/>
              <a:gd name="connsiteY4-374" fmla="*/ 1452423 h 3082645"/>
              <a:gd name="connsiteX5-375" fmla="*/ 2679021 w 3490661"/>
              <a:gd name="connsiteY5-376" fmla="*/ 88887 h 3082645"/>
              <a:gd name="connsiteX6-377" fmla="*/ 2525051 w 3490661"/>
              <a:gd name="connsiteY6-378" fmla="*/ 0 h 3082645"/>
              <a:gd name="connsiteX7-379" fmla="*/ 950576 w 3490661"/>
              <a:gd name="connsiteY7-380" fmla="*/ 0 h 3082645"/>
              <a:gd name="connsiteX8-381" fmla="*/ 796623 w 3490661"/>
              <a:gd name="connsiteY8-382" fmla="*/ 88900 h 3082645"/>
              <a:gd name="connsiteX9-383" fmla="*/ 9390 w 3490661"/>
              <a:gd name="connsiteY9-384" fmla="*/ 1452436 h 3082645"/>
              <a:gd name="connsiteX10-385" fmla="*/ 9398 w 3490661"/>
              <a:gd name="connsiteY10-386" fmla="*/ 1630223 h 3082645"/>
              <a:gd name="connsiteX11-387" fmla="*/ 796631 w 3490661"/>
              <a:gd name="connsiteY11-388" fmla="*/ 2993759 h 3082645"/>
              <a:gd name="connsiteX12-389" fmla="*/ 950601 w 3490661"/>
              <a:gd name="connsiteY12-390" fmla="*/ 3082645 h 3082645"/>
              <a:gd name="connsiteX0-391" fmla="*/ 950601 w 3490661"/>
              <a:gd name="connsiteY0-392" fmla="*/ 3082645 h 3082645"/>
              <a:gd name="connsiteX1-393" fmla="*/ 2525075 w 3490661"/>
              <a:gd name="connsiteY1-394" fmla="*/ 3082645 h 3082645"/>
              <a:gd name="connsiteX2-395" fmla="*/ 2679028 w 3490661"/>
              <a:gd name="connsiteY2-396" fmla="*/ 2993745 h 3082645"/>
              <a:gd name="connsiteX3-397" fmla="*/ 3466261 w 3490661"/>
              <a:gd name="connsiteY3-398" fmla="*/ 1630209 h 3082645"/>
              <a:gd name="connsiteX4-399" fmla="*/ 3466254 w 3490661"/>
              <a:gd name="connsiteY4-400" fmla="*/ 1452423 h 3082645"/>
              <a:gd name="connsiteX5-401" fmla="*/ 2679021 w 3490661"/>
              <a:gd name="connsiteY5-402" fmla="*/ 88887 h 3082645"/>
              <a:gd name="connsiteX6-403" fmla="*/ 2525051 w 3490661"/>
              <a:gd name="connsiteY6-404" fmla="*/ 0 h 3082645"/>
              <a:gd name="connsiteX7-405" fmla="*/ 950576 w 3490661"/>
              <a:gd name="connsiteY7-406" fmla="*/ 0 h 3082645"/>
              <a:gd name="connsiteX8-407" fmla="*/ 796623 w 3490661"/>
              <a:gd name="connsiteY8-408" fmla="*/ 88900 h 3082645"/>
              <a:gd name="connsiteX9-409" fmla="*/ 9390 w 3490661"/>
              <a:gd name="connsiteY9-410" fmla="*/ 1452436 h 3082645"/>
              <a:gd name="connsiteX10-411" fmla="*/ 9398 w 3490661"/>
              <a:gd name="connsiteY10-412" fmla="*/ 1630223 h 3082645"/>
              <a:gd name="connsiteX11-413" fmla="*/ 796631 w 3490661"/>
              <a:gd name="connsiteY11-414" fmla="*/ 2993759 h 3082645"/>
              <a:gd name="connsiteX12-415" fmla="*/ 950601 w 3490661"/>
              <a:gd name="connsiteY12-416" fmla="*/ 3082645 h 3082645"/>
              <a:gd name="connsiteX0-417" fmla="*/ 950601 w 3490661"/>
              <a:gd name="connsiteY0-418" fmla="*/ 3082645 h 3082645"/>
              <a:gd name="connsiteX1-419" fmla="*/ 2525075 w 3490661"/>
              <a:gd name="connsiteY1-420" fmla="*/ 3082645 h 3082645"/>
              <a:gd name="connsiteX2-421" fmla="*/ 2679028 w 3490661"/>
              <a:gd name="connsiteY2-422" fmla="*/ 2993745 h 3082645"/>
              <a:gd name="connsiteX3-423" fmla="*/ 3466261 w 3490661"/>
              <a:gd name="connsiteY3-424" fmla="*/ 1630209 h 3082645"/>
              <a:gd name="connsiteX4-425" fmla="*/ 3466254 w 3490661"/>
              <a:gd name="connsiteY4-426" fmla="*/ 1452423 h 3082645"/>
              <a:gd name="connsiteX5-427" fmla="*/ 2679021 w 3490661"/>
              <a:gd name="connsiteY5-428" fmla="*/ 88887 h 3082645"/>
              <a:gd name="connsiteX6-429" fmla="*/ 2525051 w 3490661"/>
              <a:gd name="connsiteY6-430" fmla="*/ 0 h 3082645"/>
              <a:gd name="connsiteX7-431" fmla="*/ 950576 w 3490661"/>
              <a:gd name="connsiteY7-432" fmla="*/ 0 h 3082645"/>
              <a:gd name="connsiteX8-433" fmla="*/ 796623 w 3490661"/>
              <a:gd name="connsiteY8-434" fmla="*/ 88900 h 3082645"/>
              <a:gd name="connsiteX9-435" fmla="*/ 9390 w 3490661"/>
              <a:gd name="connsiteY9-436" fmla="*/ 1452436 h 3082645"/>
              <a:gd name="connsiteX10-437" fmla="*/ 9398 w 3490661"/>
              <a:gd name="connsiteY10-438" fmla="*/ 1630223 h 3082645"/>
              <a:gd name="connsiteX11-439" fmla="*/ 796631 w 3490661"/>
              <a:gd name="connsiteY11-440" fmla="*/ 2993759 h 3082645"/>
              <a:gd name="connsiteX12-441" fmla="*/ 950601 w 3490661"/>
              <a:gd name="connsiteY12-442" fmla="*/ 3082645 h 3082645"/>
              <a:gd name="connsiteX0-443" fmla="*/ 950603 w 3490663"/>
              <a:gd name="connsiteY0-444" fmla="*/ 3082645 h 3082645"/>
              <a:gd name="connsiteX1-445" fmla="*/ 2525077 w 3490663"/>
              <a:gd name="connsiteY1-446" fmla="*/ 3082645 h 3082645"/>
              <a:gd name="connsiteX2-447" fmla="*/ 2679030 w 3490663"/>
              <a:gd name="connsiteY2-448" fmla="*/ 2993745 h 3082645"/>
              <a:gd name="connsiteX3-449" fmla="*/ 3466263 w 3490663"/>
              <a:gd name="connsiteY3-450" fmla="*/ 1630209 h 3082645"/>
              <a:gd name="connsiteX4-451" fmla="*/ 3466256 w 3490663"/>
              <a:gd name="connsiteY4-452" fmla="*/ 1452423 h 3082645"/>
              <a:gd name="connsiteX5-453" fmla="*/ 2679023 w 3490663"/>
              <a:gd name="connsiteY5-454" fmla="*/ 88887 h 3082645"/>
              <a:gd name="connsiteX6-455" fmla="*/ 2525053 w 3490663"/>
              <a:gd name="connsiteY6-456" fmla="*/ 0 h 3082645"/>
              <a:gd name="connsiteX7-457" fmla="*/ 950578 w 3490663"/>
              <a:gd name="connsiteY7-458" fmla="*/ 0 h 3082645"/>
              <a:gd name="connsiteX8-459" fmla="*/ 796625 w 3490663"/>
              <a:gd name="connsiteY8-460" fmla="*/ 88900 h 3082645"/>
              <a:gd name="connsiteX9-461" fmla="*/ 9392 w 3490663"/>
              <a:gd name="connsiteY9-462" fmla="*/ 1452436 h 3082645"/>
              <a:gd name="connsiteX10-463" fmla="*/ 9400 w 3490663"/>
              <a:gd name="connsiteY10-464" fmla="*/ 1630223 h 3082645"/>
              <a:gd name="connsiteX11-465" fmla="*/ 796633 w 3490663"/>
              <a:gd name="connsiteY11-466" fmla="*/ 2993759 h 3082645"/>
              <a:gd name="connsiteX12-467" fmla="*/ 950603 w 3490663"/>
              <a:gd name="connsiteY12-468" fmla="*/ 3082645 h 3082645"/>
              <a:gd name="connsiteX0-469" fmla="*/ 965611 w 3505671"/>
              <a:gd name="connsiteY0-470" fmla="*/ 3082645 h 3082645"/>
              <a:gd name="connsiteX1-471" fmla="*/ 2540085 w 3505671"/>
              <a:gd name="connsiteY1-472" fmla="*/ 3082645 h 3082645"/>
              <a:gd name="connsiteX2-473" fmla="*/ 2694038 w 3505671"/>
              <a:gd name="connsiteY2-474" fmla="*/ 2993745 h 3082645"/>
              <a:gd name="connsiteX3-475" fmla="*/ 3481271 w 3505671"/>
              <a:gd name="connsiteY3-476" fmla="*/ 1630209 h 3082645"/>
              <a:gd name="connsiteX4-477" fmla="*/ 3481264 w 3505671"/>
              <a:gd name="connsiteY4-478" fmla="*/ 1452423 h 3082645"/>
              <a:gd name="connsiteX5-479" fmla="*/ 2694031 w 3505671"/>
              <a:gd name="connsiteY5-480" fmla="*/ 88887 h 3082645"/>
              <a:gd name="connsiteX6-481" fmla="*/ 2540061 w 3505671"/>
              <a:gd name="connsiteY6-482" fmla="*/ 0 h 3082645"/>
              <a:gd name="connsiteX7-483" fmla="*/ 965586 w 3505671"/>
              <a:gd name="connsiteY7-484" fmla="*/ 0 h 3082645"/>
              <a:gd name="connsiteX8-485" fmla="*/ 811633 w 3505671"/>
              <a:gd name="connsiteY8-486" fmla="*/ 88900 h 3082645"/>
              <a:gd name="connsiteX9-487" fmla="*/ 24400 w 3505671"/>
              <a:gd name="connsiteY9-488" fmla="*/ 1452436 h 3082645"/>
              <a:gd name="connsiteX10-489" fmla="*/ 24408 w 3505671"/>
              <a:gd name="connsiteY10-490" fmla="*/ 1630223 h 3082645"/>
              <a:gd name="connsiteX11-491" fmla="*/ 811641 w 3505671"/>
              <a:gd name="connsiteY11-492" fmla="*/ 2993759 h 3082645"/>
              <a:gd name="connsiteX12-493" fmla="*/ 965611 w 3505671"/>
              <a:gd name="connsiteY12-494" fmla="*/ 3082645 h 3082645"/>
              <a:gd name="connsiteX0-495" fmla="*/ 965611 w 3505671"/>
              <a:gd name="connsiteY0-496" fmla="*/ 3082645 h 3082645"/>
              <a:gd name="connsiteX1-497" fmla="*/ 2540085 w 3505671"/>
              <a:gd name="connsiteY1-498" fmla="*/ 3082645 h 3082645"/>
              <a:gd name="connsiteX2-499" fmla="*/ 2694038 w 3505671"/>
              <a:gd name="connsiteY2-500" fmla="*/ 2993745 h 3082645"/>
              <a:gd name="connsiteX3-501" fmla="*/ 3481271 w 3505671"/>
              <a:gd name="connsiteY3-502" fmla="*/ 1630209 h 3082645"/>
              <a:gd name="connsiteX4-503" fmla="*/ 3481264 w 3505671"/>
              <a:gd name="connsiteY4-504" fmla="*/ 1452423 h 3082645"/>
              <a:gd name="connsiteX5-505" fmla="*/ 2694031 w 3505671"/>
              <a:gd name="connsiteY5-506" fmla="*/ 88887 h 3082645"/>
              <a:gd name="connsiteX6-507" fmla="*/ 2540061 w 3505671"/>
              <a:gd name="connsiteY6-508" fmla="*/ 0 h 3082645"/>
              <a:gd name="connsiteX7-509" fmla="*/ 965586 w 3505671"/>
              <a:gd name="connsiteY7-510" fmla="*/ 0 h 3082645"/>
              <a:gd name="connsiteX8-511" fmla="*/ 811633 w 3505671"/>
              <a:gd name="connsiteY8-512" fmla="*/ 88900 h 3082645"/>
              <a:gd name="connsiteX9-513" fmla="*/ 24400 w 3505671"/>
              <a:gd name="connsiteY9-514" fmla="*/ 1452436 h 3082645"/>
              <a:gd name="connsiteX10-515" fmla="*/ 24408 w 3505671"/>
              <a:gd name="connsiteY10-516" fmla="*/ 1630223 h 3082645"/>
              <a:gd name="connsiteX11-517" fmla="*/ 811641 w 3505671"/>
              <a:gd name="connsiteY11-518" fmla="*/ 2993759 h 3082645"/>
              <a:gd name="connsiteX12-519" fmla="*/ 965611 w 3505671"/>
              <a:gd name="connsiteY12-520" fmla="*/ 3082645 h 3082645"/>
              <a:gd name="connsiteX0-521" fmla="*/ 965611 w 3505671"/>
              <a:gd name="connsiteY0-522" fmla="*/ 3082645 h 3082645"/>
              <a:gd name="connsiteX1-523" fmla="*/ 2540085 w 3505671"/>
              <a:gd name="connsiteY1-524" fmla="*/ 3082645 h 3082645"/>
              <a:gd name="connsiteX2-525" fmla="*/ 2694038 w 3505671"/>
              <a:gd name="connsiteY2-526" fmla="*/ 2993745 h 3082645"/>
              <a:gd name="connsiteX3-527" fmla="*/ 3481271 w 3505671"/>
              <a:gd name="connsiteY3-528" fmla="*/ 1630209 h 3082645"/>
              <a:gd name="connsiteX4-529" fmla="*/ 3481264 w 3505671"/>
              <a:gd name="connsiteY4-530" fmla="*/ 1452423 h 3082645"/>
              <a:gd name="connsiteX5-531" fmla="*/ 2694031 w 3505671"/>
              <a:gd name="connsiteY5-532" fmla="*/ 88887 h 3082645"/>
              <a:gd name="connsiteX6-533" fmla="*/ 2540061 w 3505671"/>
              <a:gd name="connsiteY6-534" fmla="*/ 0 h 3082645"/>
              <a:gd name="connsiteX7-535" fmla="*/ 965586 w 3505671"/>
              <a:gd name="connsiteY7-536" fmla="*/ 0 h 3082645"/>
              <a:gd name="connsiteX8-537" fmla="*/ 811633 w 3505671"/>
              <a:gd name="connsiteY8-538" fmla="*/ 88900 h 3082645"/>
              <a:gd name="connsiteX9-539" fmla="*/ 24400 w 3505671"/>
              <a:gd name="connsiteY9-540" fmla="*/ 1452436 h 3082645"/>
              <a:gd name="connsiteX10-541" fmla="*/ 24408 w 3505671"/>
              <a:gd name="connsiteY10-542" fmla="*/ 1630223 h 3082645"/>
              <a:gd name="connsiteX11-543" fmla="*/ 811641 w 3505671"/>
              <a:gd name="connsiteY11-544" fmla="*/ 2993759 h 3082645"/>
              <a:gd name="connsiteX12-545" fmla="*/ 965611 w 3505671"/>
              <a:gd name="connsiteY12-546" fmla="*/ 3082645 h 3082645"/>
              <a:gd name="connsiteX0-547" fmla="*/ 965611 w 3505671"/>
              <a:gd name="connsiteY0-548" fmla="*/ 3082645 h 3082645"/>
              <a:gd name="connsiteX1-549" fmla="*/ 2540085 w 3505671"/>
              <a:gd name="connsiteY1-550" fmla="*/ 3082645 h 3082645"/>
              <a:gd name="connsiteX2-551" fmla="*/ 2694038 w 3505671"/>
              <a:gd name="connsiteY2-552" fmla="*/ 2993745 h 3082645"/>
              <a:gd name="connsiteX3-553" fmla="*/ 3481271 w 3505671"/>
              <a:gd name="connsiteY3-554" fmla="*/ 1630209 h 3082645"/>
              <a:gd name="connsiteX4-555" fmla="*/ 3481264 w 3505671"/>
              <a:gd name="connsiteY4-556" fmla="*/ 1452423 h 3082645"/>
              <a:gd name="connsiteX5-557" fmla="*/ 2694031 w 3505671"/>
              <a:gd name="connsiteY5-558" fmla="*/ 88887 h 3082645"/>
              <a:gd name="connsiteX6-559" fmla="*/ 2540061 w 3505671"/>
              <a:gd name="connsiteY6-560" fmla="*/ 0 h 3082645"/>
              <a:gd name="connsiteX7-561" fmla="*/ 965586 w 3505671"/>
              <a:gd name="connsiteY7-562" fmla="*/ 0 h 3082645"/>
              <a:gd name="connsiteX8-563" fmla="*/ 811633 w 3505671"/>
              <a:gd name="connsiteY8-564" fmla="*/ 88900 h 3082645"/>
              <a:gd name="connsiteX9-565" fmla="*/ 24400 w 3505671"/>
              <a:gd name="connsiteY9-566" fmla="*/ 1452436 h 3082645"/>
              <a:gd name="connsiteX10-567" fmla="*/ 24408 w 3505671"/>
              <a:gd name="connsiteY10-568" fmla="*/ 1630223 h 3082645"/>
              <a:gd name="connsiteX11-569" fmla="*/ 811641 w 3505671"/>
              <a:gd name="connsiteY11-570" fmla="*/ 2993759 h 3082645"/>
              <a:gd name="connsiteX12-571" fmla="*/ 965611 w 3505671"/>
              <a:gd name="connsiteY12-572" fmla="*/ 3082645 h 30826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05671" h="3082645">
                <a:moveTo>
                  <a:pt x="965611" y="3082645"/>
                </a:moveTo>
                <a:cubicBezTo>
                  <a:pt x="1030690" y="3082645"/>
                  <a:pt x="2475006" y="3082646"/>
                  <a:pt x="2540085" y="3082645"/>
                </a:cubicBezTo>
                <a:cubicBezTo>
                  <a:pt x="2605164" y="3082646"/>
                  <a:pt x="2661499" y="3050107"/>
                  <a:pt x="2694038" y="2993745"/>
                </a:cubicBezTo>
                <a:cubicBezTo>
                  <a:pt x="2726578" y="2937386"/>
                  <a:pt x="3448731" y="1686570"/>
                  <a:pt x="3481271" y="1630209"/>
                </a:cubicBezTo>
                <a:cubicBezTo>
                  <a:pt x="3513810" y="1573850"/>
                  <a:pt x="3513803" y="1508784"/>
                  <a:pt x="3481264" y="1452423"/>
                </a:cubicBezTo>
                <a:cubicBezTo>
                  <a:pt x="3448724" y="1396064"/>
                  <a:pt x="2726570" y="145248"/>
                  <a:pt x="2694031" y="88887"/>
                </a:cubicBezTo>
                <a:cubicBezTo>
                  <a:pt x="2661492" y="32528"/>
                  <a:pt x="2605139" y="1"/>
                  <a:pt x="2540061" y="0"/>
                </a:cubicBezTo>
                <a:cubicBezTo>
                  <a:pt x="2474982" y="1"/>
                  <a:pt x="1030665" y="1"/>
                  <a:pt x="965586" y="0"/>
                </a:cubicBezTo>
                <a:cubicBezTo>
                  <a:pt x="900507" y="1"/>
                  <a:pt x="844173" y="32540"/>
                  <a:pt x="811633" y="88900"/>
                </a:cubicBezTo>
                <a:cubicBezTo>
                  <a:pt x="779094" y="145261"/>
                  <a:pt x="56940" y="1396077"/>
                  <a:pt x="24400" y="1452436"/>
                </a:cubicBezTo>
                <a:cubicBezTo>
                  <a:pt x="-8139" y="1508797"/>
                  <a:pt x="-8132" y="1573863"/>
                  <a:pt x="24408" y="1630223"/>
                </a:cubicBezTo>
                <a:cubicBezTo>
                  <a:pt x="56947" y="1686584"/>
                  <a:pt x="779101" y="2937400"/>
                  <a:pt x="811641" y="2993759"/>
                </a:cubicBezTo>
                <a:cubicBezTo>
                  <a:pt x="844180" y="3050120"/>
                  <a:pt x="900532" y="3082645"/>
                  <a:pt x="965611" y="3082645"/>
                </a:cubicBezTo>
                <a:close/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任意多边形: 形状 14296"/>
          <p:cNvSpPr/>
          <p:nvPr>
            <p:custDataLst>
              <p:tags r:id="rId4"/>
            </p:custDataLst>
          </p:nvPr>
        </p:nvSpPr>
        <p:spPr>
          <a:xfrm rot="1800000">
            <a:off x="4015088" y="4413822"/>
            <a:ext cx="604768" cy="531972"/>
          </a:xfrm>
          <a:custGeom>
            <a:avLst/>
            <a:gdLst>
              <a:gd name="connsiteX0" fmla="*/ 950601 w 3475650"/>
              <a:gd name="connsiteY0" fmla="*/ 3082645 h 3082645"/>
              <a:gd name="connsiteX1" fmla="*/ 2525075 w 3475650"/>
              <a:gd name="connsiteY1" fmla="*/ 3082645 h 3082645"/>
              <a:gd name="connsiteX2" fmla="*/ 2679028 w 3475650"/>
              <a:gd name="connsiteY2" fmla="*/ 2993745 h 3082645"/>
              <a:gd name="connsiteX3" fmla="*/ 3466261 w 3475650"/>
              <a:gd name="connsiteY3" fmla="*/ 1630209 h 3082645"/>
              <a:gd name="connsiteX4" fmla="*/ 3466254 w 3475650"/>
              <a:gd name="connsiteY4" fmla="*/ 1452423 h 3082645"/>
              <a:gd name="connsiteX5" fmla="*/ 2679021 w 3475650"/>
              <a:gd name="connsiteY5" fmla="*/ 88887 h 3082645"/>
              <a:gd name="connsiteX6" fmla="*/ 2525051 w 3475650"/>
              <a:gd name="connsiteY6" fmla="*/ 0 h 3082645"/>
              <a:gd name="connsiteX7" fmla="*/ 950576 w 3475650"/>
              <a:gd name="connsiteY7" fmla="*/ 0 h 3082645"/>
              <a:gd name="connsiteX8" fmla="*/ 796623 w 3475650"/>
              <a:gd name="connsiteY8" fmla="*/ 88900 h 3082645"/>
              <a:gd name="connsiteX9" fmla="*/ 9390 w 3475650"/>
              <a:gd name="connsiteY9" fmla="*/ 1452436 h 3082645"/>
              <a:gd name="connsiteX10" fmla="*/ 9398 w 3475650"/>
              <a:gd name="connsiteY10" fmla="*/ 1630223 h 3082645"/>
              <a:gd name="connsiteX11" fmla="*/ 796631 w 3475650"/>
              <a:gd name="connsiteY11" fmla="*/ 2993759 h 3082645"/>
              <a:gd name="connsiteX12" fmla="*/ 950601 w 3475650"/>
              <a:gd name="connsiteY12" fmla="*/ 3082645 h 3082645"/>
              <a:gd name="connsiteX0-1" fmla="*/ 950601 w 3475650"/>
              <a:gd name="connsiteY0-2" fmla="*/ 3082645 h 3082645"/>
              <a:gd name="connsiteX1-3" fmla="*/ 2525075 w 3475650"/>
              <a:gd name="connsiteY1-4" fmla="*/ 3082645 h 3082645"/>
              <a:gd name="connsiteX2-5" fmla="*/ 2679028 w 3475650"/>
              <a:gd name="connsiteY2-6" fmla="*/ 2993745 h 3082645"/>
              <a:gd name="connsiteX3-7" fmla="*/ 3466261 w 3475650"/>
              <a:gd name="connsiteY3-8" fmla="*/ 1630209 h 3082645"/>
              <a:gd name="connsiteX4-9" fmla="*/ 3466254 w 3475650"/>
              <a:gd name="connsiteY4-10" fmla="*/ 1452423 h 3082645"/>
              <a:gd name="connsiteX5-11" fmla="*/ 2679021 w 3475650"/>
              <a:gd name="connsiteY5-12" fmla="*/ 88887 h 3082645"/>
              <a:gd name="connsiteX6-13" fmla="*/ 2525051 w 3475650"/>
              <a:gd name="connsiteY6-14" fmla="*/ 0 h 3082645"/>
              <a:gd name="connsiteX7-15" fmla="*/ 950576 w 3475650"/>
              <a:gd name="connsiteY7-16" fmla="*/ 0 h 3082645"/>
              <a:gd name="connsiteX8-17" fmla="*/ 796623 w 3475650"/>
              <a:gd name="connsiteY8-18" fmla="*/ 88900 h 3082645"/>
              <a:gd name="connsiteX9-19" fmla="*/ 9390 w 3475650"/>
              <a:gd name="connsiteY9-20" fmla="*/ 1452436 h 3082645"/>
              <a:gd name="connsiteX10-21" fmla="*/ 9398 w 3475650"/>
              <a:gd name="connsiteY10-22" fmla="*/ 1630223 h 3082645"/>
              <a:gd name="connsiteX11-23" fmla="*/ 796631 w 3475650"/>
              <a:gd name="connsiteY11-24" fmla="*/ 2993759 h 3082645"/>
              <a:gd name="connsiteX12-25" fmla="*/ 950601 w 3475650"/>
              <a:gd name="connsiteY12-26" fmla="*/ 3082645 h 3082645"/>
              <a:gd name="connsiteX0-27" fmla="*/ 950601 w 3475650"/>
              <a:gd name="connsiteY0-28" fmla="*/ 3082645 h 3082645"/>
              <a:gd name="connsiteX1-29" fmla="*/ 2525075 w 3475650"/>
              <a:gd name="connsiteY1-30" fmla="*/ 3082645 h 3082645"/>
              <a:gd name="connsiteX2-31" fmla="*/ 2679028 w 3475650"/>
              <a:gd name="connsiteY2-32" fmla="*/ 2993745 h 3082645"/>
              <a:gd name="connsiteX3-33" fmla="*/ 3466261 w 3475650"/>
              <a:gd name="connsiteY3-34" fmla="*/ 1630209 h 3082645"/>
              <a:gd name="connsiteX4-35" fmla="*/ 3466254 w 3475650"/>
              <a:gd name="connsiteY4-36" fmla="*/ 1452423 h 3082645"/>
              <a:gd name="connsiteX5-37" fmla="*/ 2679021 w 3475650"/>
              <a:gd name="connsiteY5-38" fmla="*/ 88887 h 3082645"/>
              <a:gd name="connsiteX6-39" fmla="*/ 2525051 w 3475650"/>
              <a:gd name="connsiteY6-40" fmla="*/ 0 h 3082645"/>
              <a:gd name="connsiteX7-41" fmla="*/ 950576 w 3475650"/>
              <a:gd name="connsiteY7-42" fmla="*/ 0 h 3082645"/>
              <a:gd name="connsiteX8-43" fmla="*/ 796623 w 3475650"/>
              <a:gd name="connsiteY8-44" fmla="*/ 88900 h 3082645"/>
              <a:gd name="connsiteX9-45" fmla="*/ 9390 w 3475650"/>
              <a:gd name="connsiteY9-46" fmla="*/ 1452436 h 3082645"/>
              <a:gd name="connsiteX10-47" fmla="*/ 9398 w 3475650"/>
              <a:gd name="connsiteY10-48" fmla="*/ 1630223 h 3082645"/>
              <a:gd name="connsiteX11-49" fmla="*/ 796631 w 3475650"/>
              <a:gd name="connsiteY11-50" fmla="*/ 2993759 h 3082645"/>
              <a:gd name="connsiteX12-51" fmla="*/ 950601 w 3475650"/>
              <a:gd name="connsiteY12-52" fmla="*/ 3082645 h 3082645"/>
              <a:gd name="connsiteX0-53" fmla="*/ 950601 w 3475650"/>
              <a:gd name="connsiteY0-54" fmla="*/ 3082645 h 3082645"/>
              <a:gd name="connsiteX1-55" fmla="*/ 2525075 w 3475650"/>
              <a:gd name="connsiteY1-56" fmla="*/ 3082645 h 3082645"/>
              <a:gd name="connsiteX2-57" fmla="*/ 2679028 w 3475650"/>
              <a:gd name="connsiteY2-58" fmla="*/ 2993745 h 3082645"/>
              <a:gd name="connsiteX3-59" fmla="*/ 3466261 w 3475650"/>
              <a:gd name="connsiteY3-60" fmla="*/ 1630209 h 3082645"/>
              <a:gd name="connsiteX4-61" fmla="*/ 3466254 w 3475650"/>
              <a:gd name="connsiteY4-62" fmla="*/ 1452423 h 3082645"/>
              <a:gd name="connsiteX5-63" fmla="*/ 2679021 w 3475650"/>
              <a:gd name="connsiteY5-64" fmla="*/ 88887 h 3082645"/>
              <a:gd name="connsiteX6-65" fmla="*/ 2525051 w 3475650"/>
              <a:gd name="connsiteY6-66" fmla="*/ 0 h 3082645"/>
              <a:gd name="connsiteX7-67" fmla="*/ 950576 w 3475650"/>
              <a:gd name="connsiteY7-68" fmla="*/ 0 h 3082645"/>
              <a:gd name="connsiteX8-69" fmla="*/ 796623 w 3475650"/>
              <a:gd name="connsiteY8-70" fmla="*/ 88900 h 3082645"/>
              <a:gd name="connsiteX9-71" fmla="*/ 9390 w 3475650"/>
              <a:gd name="connsiteY9-72" fmla="*/ 1452436 h 3082645"/>
              <a:gd name="connsiteX10-73" fmla="*/ 9398 w 3475650"/>
              <a:gd name="connsiteY10-74" fmla="*/ 1630223 h 3082645"/>
              <a:gd name="connsiteX11-75" fmla="*/ 796631 w 3475650"/>
              <a:gd name="connsiteY11-76" fmla="*/ 2993759 h 3082645"/>
              <a:gd name="connsiteX12-77" fmla="*/ 950601 w 3475650"/>
              <a:gd name="connsiteY12-78" fmla="*/ 3082645 h 3082645"/>
              <a:gd name="connsiteX0-79" fmla="*/ 950601 w 3475650"/>
              <a:gd name="connsiteY0-80" fmla="*/ 3082645 h 3082645"/>
              <a:gd name="connsiteX1-81" fmla="*/ 2525075 w 3475650"/>
              <a:gd name="connsiteY1-82" fmla="*/ 3082645 h 3082645"/>
              <a:gd name="connsiteX2-83" fmla="*/ 2679028 w 3475650"/>
              <a:gd name="connsiteY2-84" fmla="*/ 2993745 h 3082645"/>
              <a:gd name="connsiteX3-85" fmla="*/ 3466261 w 3475650"/>
              <a:gd name="connsiteY3-86" fmla="*/ 1630209 h 3082645"/>
              <a:gd name="connsiteX4-87" fmla="*/ 3466254 w 3475650"/>
              <a:gd name="connsiteY4-88" fmla="*/ 1452423 h 3082645"/>
              <a:gd name="connsiteX5-89" fmla="*/ 2679021 w 3475650"/>
              <a:gd name="connsiteY5-90" fmla="*/ 88887 h 3082645"/>
              <a:gd name="connsiteX6-91" fmla="*/ 2525051 w 3475650"/>
              <a:gd name="connsiteY6-92" fmla="*/ 0 h 3082645"/>
              <a:gd name="connsiteX7-93" fmla="*/ 950576 w 3475650"/>
              <a:gd name="connsiteY7-94" fmla="*/ 0 h 3082645"/>
              <a:gd name="connsiteX8-95" fmla="*/ 796623 w 3475650"/>
              <a:gd name="connsiteY8-96" fmla="*/ 88900 h 3082645"/>
              <a:gd name="connsiteX9-97" fmla="*/ 9390 w 3475650"/>
              <a:gd name="connsiteY9-98" fmla="*/ 1452436 h 3082645"/>
              <a:gd name="connsiteX10-99" fmla="*/ 9398 w 3475650"/>
              <a:gd name="connsiteY10-100" fmla="*/ 1630223 h 3082645"/>
              <a:gd name="connsiteX11-101" fmla="*/ 796631 w 3475650"/>
              <a:gd name="connsiteY11-102" fmla="*/ 2993759 h 3082645"/>
              <a:gd name="connsiteX12-103" fmla="*/ 950601 w 3475650"/>
              <a:gd name="connsiteY12-104" fmla="*/ 3082645 h 3082645"/>
              <a:gd name="connsiteX0-105" fmla="*/ 950601 w 3475650"/>
              <a:gd name="connsiteY0-106" fmla="*/ 3082645 h 3082645"/>
              <a:gd name="connsiteX1-107" fmla="*/ 2525075 w 3475650"/>
              <a:gd name="connsiteY1-108" fmla="*/ 3082645 h 3082645"/>
              <a:gd name="connsiteX2-109" fmla="*/ 2679028 w 3475650"/>
              <a:gd name="connsiteY2-110" fmla="*/ 2993745 h 3082645"/>
              <a:gd name="connsiteX3-111" fmla="*/ 3466261 w 3475650"/>
              <a:gd name="connsiteY3-112" fmla="*/ 1630209 h 3082645"/>
              <a:gd name="connsiteX4-113" fmla="*/ 3466254 w 3475650"/>
              <a:gd name="connsiteY4-114" fmla="*/ 1452423 h 3082645"/>
              <a:gd name="connsiteX5-115" fmla="*/ 2679021 w 3475650"/>
              <a:gd name="connsiteY5-116" fmla="*/ 88887 h 3082645"/>
              <a:gd name="connsiteX6-117" fmla="*/ 2525051 w 3475650"/>
              <a:gd name="connsiteY6-118" fmla="*/ 0 h 3082645"/>
              <a:gd name="connsiteX7-119" fmla="*/ 950576 w 3475650"/>
              <a:gd name="connsiteY7-120" fmla="*/ 0 h 3082645"/>
              <a:gd name="connsiteX8-121" fmla="*/ 796623 w 3475650"/>
              <a:gd name="connsiteY8-122" fmla="*/ 88900 h 3082645"/>
              <a:gd name="connsiteX9-123" fmla="*/ 9390 w 3475650"/>
              <a:gd name="connsiteY9-124" fmla="*/ 1452436 h 3082645"/>
              <a:gd name="connsiteX10-125" fmla="*/ 9398 w 3475650"/>
              <a:gd name="connsiteY10-126" fmla="*/ 1630223 h 3082645"/>
              <a:gd name="connsiteX11-127" fmla="*/ 796631 w 3475650"/>
              <a:gd name="connsiteY11-128" fmla="*/ 2993759 h 3082645"/>
              <a:gd name="connsiteX12-129" fmla="*/ 950601 w 3475650"/>
              <a:gd name="connsiteY12-130" fmla="*/ 3082645 h 3082645"/>
              <a:gd name="connsiteX0-131" fmla="*/ 950601 w 3475653"/>
              <a:gd name="connsiteY0-132" fmla="*/ 3082645 h 3082645"/>
              <a:gd name="connsiteX1-133" fmla="*/ 2525075 w 3475653"/>
              <a:gd name="connsiteY1-134" fmla="*/ 3082645 h 3082645"/>
              <a:gd name="connsiteX2-135" fmla="*/ 2679028 w 3475653"/>
              <a:gd name="connsiteY2-136" fmla="*/ 2993745 h 3082645"/>
              <a:gd name="connsiteX3-137" fmla="*/ 3466261 w 3475653"/>
              <a:gd name="connsiteY3-138" fmla="*/ 1630209 h 3082645"/>
              <a:gd name="connsiteX4-139" fmla="*/ 3466254 w 3475653"/>
              <a:gd name="connsiteY4-140" fmla="*/ 1452423 h 3082645"/>
              <a:gd name="connsiteX5-141" fmla="*/ 2679021 w 3475653"/>
              <a:gd name="connsiteY5-142" fmla="*/ 88887 h 3082645"/>
              <a:gd name="connsiteX6-143" fmla="*/ 2525051 w 3475653"/>
              <a:gd name="connsiteY6-144" fmla="*/ 0 h 3082645"/>
              <a:gd name="connsiteX7-145" fmla="*/ 950576 w 3475653"/>
              <a:gd name="connsiteY7-146" fmla="*/ 0 h 3082645"/>
              <a:gd name="connsiteX8-147" fmla="*/ 796623 w 3475653"/>
              <a:gd name="connsiteY8-148" fmla="*/ 88900 h 3082645"/>
              <a:gd name="connsiteX9-149" fmla="*/ 9390 w 3475653"/>
              <a:gd name="connsiteY9-150" fmla="*/ 1452436 h 3082645"/>
              <a:gd name="connsiteX10-151" fmla="*/ 9398 w 3475653"/>
              <a:gd name="connsiteY10-152" fmla="*/ 1630223 h 3082645"/>
              <a:gd name="connsiteX11-153" fmla="*/ 796631 w 3475653"/>
              <a:gd name="connsiteY11-154" fmla="*/ 2993759 h 3082645"/>
              <a:gd name="connsiteX12-155" fmla="*/ 950601 w 3475653"/>
              <a:gd name="connsiteY12-156" fmla="*/ 3082645 h 3082645"/>
              <a:gd name="connsiteX0-157" fmla="*/ 950601 w 3490661"/>
              <a:gd name="connsiteY0-158" fmla="*/ 3082645 h 3082645"/>
              <a:gd name="connsiteX1-159" fmla="*/ 2525075 w 3490661"/>
              <a:gd name="connsiteY1-160" fmla="*/ 3082645 h 3082645"/>
              <a:gd name="connsiteX2-161" fmla="*/ 2679028 w 3490661"/>
              <a:gd name="connsiteY2-162" fmla="*/ 2993745 h 3082645"/>
              <a:gd name="connsiteX3-163" fmla="*/ 3466261 w 3490661"/>
              <a:gd name="connsiteY3-164" fmla="*/ 1630209 h 3082645"/>
              <a:gd name="connsiteX4-165" fmla="*/ 3466254 w 3490661"/>
              <a:gd name="connsiteY4-166" fmla="*/ 1452423 h 3082645"/>
              <a:gd name="connsiteX5-167" fmla="*/ 2679021 w 3490661"/>
              <a:gd name="connsiteY5-168" fmla="*/ 88887 h 3082645"/>
              <a:gd name="connsiteX6-169" fmla="*/ 2525051 w 3490661"/>
              <a:gd name="connsiteY6-170" fmla="*/ 0 h 3082645"/>
              <a:gd name="connsiteX7-171" fmla="*/ 950576 w 3490661"/>
              <a:gd name="connsiteY7-172" fmla="*/ 0 h 3082645"/>
              <a:gd name="connsiteX8-173" fmla="*/ 796623 w 3490661"/>
              <a:gd name="connsiteY8-174" fmla="*/ 88900 h 3082645"/>
              <a:gd name="connsiteX9-175" fmla="*/ 9390 w 3490661"/>
              <a:gd name="connsiteY9-176" fmla="*/ 1452436 h 3082645"/>
              <a:gd name="connsiteX10-177" fmla="*/ 9398 w 3490661"/>
              <a:gd name="connsiteY10-178" fmla="*/ 1630223 h 3082645"/>
              <a:gd name="connsiteX11-179" fmla="*/ 796631 w 3490661"/>
              <a:gd name="connsiteY11-180" fmla="*/ 2993759 h 3082645"/>
              <a:gd name="connsiteX12-181" fmla="*/ 950601 w 3490661"/>
              <a:gd name="connsiteY12-182" fmla="*/ 3082645 h 3082645"/>
              <a:gd name="connsiteX0-183" fmla="*/ 950601 w 3490661"/>
              <a:gd name="connsiteY0-184" fmla="*/ 3082645 h 3082645"/>
              <a:gd name="connsiteX1-185" fmla="*/ 2525075 w 3490661"/>
              <a:gd name="connsiteY1-186" fmla="*/ 3082645 h 3082645"/>
              <a:gd name="connsiteX2-187" fmla="*/ 2679028 w 3490661"/>
              <a:gd name="connsiteY2-188" fmla="*/ 2993745 h 3082645"/>
              <a:gd name="connsiteX3-189" fmla="*/ 3466261 w 3490661"/>
              <a:gd name="connsiteY3-190" fmla="*/ 1630209 h 3082645"/>
              <a:gd name="connsiteX4-191" fmla="*/ 3466254 w 3490661"/>
              <a:gd name="connsiteY4-192" fmla="*/ 1452423 h 3082645"/>
              <a:gd name="connsiteX5-193" fmla="*/ 2679021 w 3490661"/>
              <a:gd name="connsiteY5-194" fmla="*/ 88887 h 3082645"/>
              <a:gd name="connsiteX6-195" fmla="*/ 2525051 w 3490661"/>
              <a:gd name="connsiteY6-196" fmla="*/ 0 h 3082645"/>
              <a:gd name="connsiteX7-197" fmla="*/ 950576 w 3490661"/>
              <a:gd name="connsiteY7-198" fmla="*/ 0 h 3082645"/>
              <a:gd name="connsiteX8-199" fmla="*/ 796623 w 3490661"/>
              <a:gd name="connsiteY8-200" fmla="*/ 88900 h 3082645"/>
              <a:gd name="connsiteX9-201" fmla="*/ 9390 w 3490661"/>
              <a:gd name="connsiteY9-202" fmla="*/ 1452436 h 3082645"/>
              <a:gd name="connsiteX10-203" fmla="*/ 9398 w 3490661"/>
              <a:gd name="connsiteY10-204" fmla="*/ 1630223 h 3082645"/>
              <a:gd name="connsiteX11-205" fmla="*/ 796631 w 3490661"/>
              <a:gd name="connsiteY11-206" fmla="*/ 2993759 h 3082645"/>
              <a:gd name="connsiteX12-207" fmla="*/ 950601 w 3490661"/>
              <a:gd name="connsiteY12-208" fmla="*/ 3082645 h 3082645"/>
              <a:gd name="connsiteX0-209" fmla="*/ 950601 w 3490661"/>
              <a:gd name="connsiteY0-210" fmla="*/ 3082645 h 3082645"/>
              <a:gd name="connsiteX1-211" fmla="*/ 2525075 w 3490661"/>
              <a:gd name="connsiteY1-212" fmla="*/ 3082645 h 3082645"/>
              <a:gd name="connsiteX2-213" fmla="*/ 2679028 w 3490661"/>
              <a:gd name="connsiteY2-214" fmla="*/ 2993745 h 3082645"/>
              <a:gd name="connsiteX3-215" fmla="*/ 3466261 w 3490661"/>
              <a:gd name="connsiteY3-216" fmla="*/ 1630209 h 3082645"/>
              <a:gd name="connsiteX4-217" fmla="*/ 3466254 w 3490661"/>
              <a:gd name="connsiteY4-218" fmla="*/ 1452423 h 3082645"/>
              <a:gd name="connsiteX5-219" fmla="*/ 2679021 w 3490661"/>
              <a:gd name="connsiteY5-220" fmla="*/ 88887 h 3082645"/>
              <a:gd name="connsiteX6-221" fmla="*/ 2525051 w 3490661"/>
              <a:gd name="connsiteY6-222" fmla="*/ 0 h 3082645"/>
              <a:gd name="connsiteX7-223" fmla="*/ 950576 w 3490661"/>
              <a:gd name="connsiteY7-224" fmla="*/ 0 h 3082645"/>
              <a:gd name="connsiteX8-225" fmla="*/ 796623 w 3490661"/>
              <a:gd name="connsiteY8-226" fmla="*/ 88900 h 3082645"/>
              <a:gd name="connsiteX9-227" fmla="*/ 9390 w 3490661"/>
              <a:gd name="connsiteY9-228" fmla="*/ 1452436 h 3082645"/>
              <a:gd name="connsiteX10-229" fmla="*/ 9398 w 3490661"/>
              <a:gd name="connsiteY10-230" fmla="*/ 1630223 h 3082645"/>
              <a:gd name="connsiteX11-231" fmla="*/ 796631 w 3490661"/>
              <a:gd name="connsiteY11-232" fmla="*/ 2993759 h 3082645"/>
              <a:gd name="connsiteX12-233" fmla="*/ 950601 w 3490661"/>
              <a:gd name="connsiteY12-234" fmla="*/ 3082645 h 3082645"/>
              <a:gd name="connsiteX0-235" fmla="*/ 950601 w 3490661"/>
              <a:gd name="connsiteY0-236" fmla="*/ 3082645 h 3082645"/>
              <a:gd name="connsiteX1-237" fmla="*/ 2525075 w 3490661"/>
              <a:gd name="connsiteY1-238" fmla="*/ 3082645 h 3082645"/>
              <a:gd name="connsiteX2-239" fmla="*/ 2679028 w 3490661"/>
              <a:gd name="connsiteY2-240" fmla="*/ 2993745 h 3082645"/>
              <a:gd name="connsiteX3-241" fmla="*/ 3466261 w 3490661"/>
              <a:gd name="connsiteY3-242" fmla="*/ 1630209 h 3082645"/>
              <a:gd name="connsiteX4-243" fmla="*/ 3466254 w 3490661"/>
              <a:gd name="connsiteY4-244" fmla="*/ 1452423 h 3082645"/>
              <a:gd name="connsiteX5-245" fmla="*/ 2679021 w 3490661"/>
              <a:gd name="connsiteY5-246" fmla="*/ 88887 h 3082645"/>
              <a:gd name="connsiteX6-247" fmla="*/ 2525051 w 3490661"/>
              <a:gd name="connsiteY6-248" fmla="*/ 0 h 3082645"/>
              <a:gd name="connsiteX7-249" fmla="*/ 950576 w 3490661"/>
              <a:gd name="connsiteY7-250" fmla="*/ 0 h 3082645"/>
              <a:gd name="connsiteX8-251" fmla="*/ 796623 w 3490661"/>
              <a:gd name="connsiteY8-252" fmla="*/ 88900 h 3082645"/>
              <a:gd name="connsiteX9-253" fmla="*/ 9390 w 3490661"/>
              <a:gd name="connsiteY9-254" fmla="*/ 1452436 h 3082645"/>
              <a:gd name="connsiteX10-255" fmla="*/ 9398 w 3490661"/>
              <a:gd name="connsiteY10-256" fmla="*/ 1630223 h 3082645"/>
              <a:gd name="connsiteX11-257" fmla="*/ 796631 w 3490661"/>
              <a:gd name="connsiteY11-258" fmla="*/ 2993759 h 3082645"/>
              <a:gd name="connsiteX12-259" fmla="*/ 950601 w 3490661"/>
              <a:gd name="connsiteY12-260" fmla="*/ 3082645 h 3082645"/>
              <a:gd name="connsiteX0-261" fmla="*/ 950601 w 3490661"/>
              <a:gd name="connsiteY0-262" fmla="*/ 3082645 h 3082645"/>
              <a:gd name="connsiteX1-263" fmla="*/ 2525075 w 3490661"/>
              <a:gd name="connsiteY1-264" fmla="*/ 3082645 h 3082645"/>
              <a:gd name="connsiteX2-265" fmla="*/ 2679028 w 3490661"/>
              <a:gd name="connsiteY2-266" fmla="*/ 2993745 h 3082645"/>
              <a:gd name="connsiteX3-267" fmla="*/ 3466261 w 3490661"/>
              <a:gd name="connsiteY3-268" fmla="*/ 1630209 h 3082645"/>
              <a:gd name="connsiteX4-269" fmla="*/ 3466254 w 3490661"/>
              <a:gd name="connsiteY4-270" fmla="*/ 1452423 h 3082645"/>
              <a:gd name="connsiteX5-271" fmla="*/ 2679021 w 3490661"/>
              <a:gd name="connsiteY5-272" fmla="*/ 88887 h 3082645"/>
              <a:gd name="connsiteX6-273" fmla="*/ 2525051 w 3490661"/>
              <a:gd name="connsiteY6-274" fmla="*/ 0 h 3082645"/>
              <a:gd name="connsiteX7-275" fmla="*/ 950576 w 3490661"/>
              <a:gd name="connsiteY7-276" fmla="*/ 0 h 3082645"/>
              <a:gd name="connsiteX8-277" fmla="*/ 796623 w 3490661"/>
              <a:gd name="connsiteY8-278" fmla="*/ 88900 h 3082645"/>
              <a:gd name="connsiteX9-279" fmla="*/ 9390 w 3490661"/>
              <a:gd name="connsiteY9-280" fmla="*/ 1452436 h 3082645"/>
              <a:gd name="connsiteX10-281" fmla="*/ 9398 w 3490661"/>
              <a:gd name="connsiteY10-282" fmla="*/ 1630223 h 3082645"/>
              <a:gd name="connsiteX11-283" fmla="*/ 796631 w 3490661"/>
              <a:gd name="connsiteY11-284" fmla="*/ 2993759 h 3082645"/>
              <a:gd name="connsiteX12-285" fmla="*/ 950601 w 3490661"/>
              <a:gd name="connsiteY12-286" fmla="*/ 3082645 h 3082645"/>
              <a:gd name="connsiteX0-287" fmla="*/ 950601 w 3490661"/>
              <a:gd name="connsiteY0-288" fmla="*/ 3082645 h 3082645"/>
              <a:gd name="connsiteX1-289" fmla="*/ 2525075 w 3490661"/>
              <a:gd name="connsiteY1-290" fmla="*/ 3082645 h 3082645"/>
              <a:gd name="connsiteX2-291" fmla="*/ 2679028 w 3490661"/>
              <a:gd name="connsiteY2-292" fmla="*/ 2993745 h 3082645"/>
              <a:gd name="connsiteX3-293" fmla="*/ 3466261 w 3490661"/>
              <a:gd name="connsiteY3-294" fmla="*/ 1630209 h 3082645"/>
              <a:gd name="connsiteX4-295" fmla="*/ 3466254 w 3490661"/>
              <a:gd name="connsiteY4-296" fmla="*/ 1452423 h 3082645"/>
              <a:gd name="connsiteX5-297" fmla="*/ 2679021 w 3490661"/>
              <a:gd name="connsiteY5-298" fmla="*/ 88887 h 3082645"/>
              <a:gd name="connsiteX6-299" fmla="*/ 2525051 w 3490661"/>
              <a:gd name="connsiteY6-300" fmla="*/ 0 h 3082645"/>
              <a:gd name="connsiteX7-301" fmla="*/ 950576 w 3490661"/>
              <a:gd name="connsiteY7-302" fmla="*/ 0 h 3082645"/>
              <a:gd name="connsiteX8-303" fmla="*/ 796623 w 3490661"/>
              <a:gd name="connsiteY8-304" fmla="*/ 88900 h 3082645"/>
              <a:gd name="connsiteX9-305" fmla="*/ 9390 w 3490661"/>
              <a:gd name="connsiteY9-306" fmla="*/ 1452436 h 3082645"/>
              <a:gd name="connsiteX10-307" fmla="*/ 9398 w 3490661"/>
              <a:gd name="connsiteY10-308" fmla="*/ 1630223 h 3082645"/>
              <a:gd name="connsiteX11-309" fmla="*/ 796631 w 3490661"/>
              <a:gd name="connsiteY11-310" fmla="*/ 2993759 h 3082645"/>
              <a:gd name="connsiteX12-311" fmla="*/ 950601 w 3490661"/>
              <a:gd name="connsiteY12-312" fmla="*/ 3082645 h 3082645"/>
              <a:gd name="connsiteX0-313" fmla="*/ 950601 w 3490661"/>
              <a:gd name="connsiteY0-314" fmla="*/ 3082645 h 3082645"/>
              <a:gd name="connsiteX1-315" fmla="*/ 2525075 w 3490661"/>
              <a:gd name="connsiteY1-316" fmla="*/ 3082645 h 3082645"/>
              <a:gd name="connsiteX2-317" fmla="*/ 2679028 w 3490661"/>
              <a:gd name="connsiteY2-318" fmla="*/ 2993745 h 3082645"/>
              <a:gd name="connsiteX3-319" fmla="*/ 3466261 w 3490661"/>
              <a:gd name="connsiteY3-320" fmla="*/ 1630209 h 3082645"/>
              <a:gd name="connsiteX4-321" fmla="*/ 3466254 w 3490661"/>
              <a:gd name="connsiteY4-322" fmla="*/ 1452423 h 3082645"/>
              <a:gd name="connsiteX5-323" fmla="*/ 2679021 w 3490661"/>
              <a:gd name="connsiteY5-324" fmla="*/ 88887 h 3082645"/>
              <a:gd name="connsiteX6-325" fmla="*/ 2525051 w 3490661"/>
              <a:gd name="connsiteY6-326" fmla="*/ 0 h 3082645"/>
              <a:gd name="connsiteX7-327" fmla="*/ 950576 w 3490661"/>
              <a:gd name="connsiteY7-328" fmla="*/ 0 h 3082645"/>
              <a:gd name="connsiteX8-329" fmla="*/ 796623 w 3490661"/>
              <a:gd name="connsiteY8-330" fmla="*/ 88900 h 3082645"/>
              <a:gd name="connsiteX9-331" fmla="*/ 9390 w 3490661"/>
              <a:gd name="connsiteY9-332" fmla="*/ 1452436 h 3082645"/>
              <a:gd name="connsiteX10-333" fmla="*/ 9398 w 3490661"/>
              <a:gd name="connsiteY10-334" fmla="*/ 1630223 h 3082645"/>
              <a:gd name="connsiteX11-335" fmla="*/ 796631 w 3490661"/>
              <a:gd name="connsiteY11-336" fmla="*/ 2993759 h 3082645"/>
              <a:gd name="connsiteX12-337" fmla="*/ 950601 w 3490661"/>
              <a:gd name="connsiteY12-338" fmla="*/ 3082645 h 3082645"/>
              <a:gd name="connsiteX0-339" fmla="*/ 950601 w 3490661"/>
              <a:gd name="connsiteY0-340" fmla="*/ 3082645 h 3082645"/>
              <a:gd name="connsiteX1-341" fmla="*/ 2525075 w 3490661"/>
              <a:gd name="connsiteY1-342" fmla="*/ 3082645 h 3082645"/>
              <a:gd name="connsiteX2-343" fmla="*/ 2679028 w 3490661"/>
              <a:gd name="connsiteY2-344" fmla="*/ 2993745 h 3082645"/>
              <a:gd name="connsiteX3-345" fmla="*/ 3466261 w 3490661"/>
              <a:gd name="connsiteY3-346" fmla="*/ 1630209 h 3082645"/>
              <a:gd name="connsiteX4-347" fmla="*/ 3466254 w 3490661"/>
              <a:gd name="connsiteY4-348" fmla="*/ 1452423 h 3082645"/>
              <a:gd name="connsiteX5-349" fmla="*/ 2679021 w 3490661"/>
              <a:gd name="connsiteY5-350" fmla="*/ 88887 h 3082645"/>
              <a:gd name="connsiteX6-351" fmla="*/ 2525051 w 3490661"/>
              <a:gd name="connsiteY6-352" fmla="*/ 0 h 3082645"/>
              <a:gd name="connsiteX7-353" fmla="*/ 950576 w 3490661"/>
              <a:gd name="connsiteY7-354" fmla="*/ 0 h 3082645"/>
              <a:gd name="connsiteX8-355" fmla="*/ 796623 w 3490661"/>
              <a:gd name="connsiteY8-356" fmla="*/ 88900 h 3082645"/>
              <a:gd name="connsiteX9-357" fmla="*/ 9390 w 3490661"/>
              <a:gd name="connsiteY9-358" fmla="*/ 1452436 h 3082645"/>
              <a:gd name="connsiteX10-359" fmla="*/ 9398 w 3490661"/>
              <a:gd name="connsiteY10-360" fmla="*/ 1630223 h 3082645"/>
              <a:gd name="connsiteX11-361" fmla="*/ 796631 w 3490661"/>
              <a:gd name="connsiteY11-362" fmla="*/ 2993759 h 3082645"/>
              <a:gd name="connsiteX12-363" fmla="*/ 950601 w 3490661"/>
              <a:gd name="connsiteY12-364" fmla="*/ 3082645 h 3082645"/>
              <a:gd name="connsiteX0-365" fmla="*/ 950601 w 3490661"/>
              <a:gd name="connsiteY0-366" fmla="*/ 3082645 h 3082645"/>
              <a:gd name="connsiteX1-367" fmla="*/ 2525075 w 3490661"/>
              <a:gd name="connsiteY1-368" fmla="*/ 3082645 h 3082645"/>
              <a:gd name="connsiteX2-369" fmla="*/ 2679028 w 3490661"/>
              <a:gd name="connsiteY2-370" fmla="*/ 2993745 h 3082645"/>
              <a:gd name="connsiteX3-371" fmla="*/ 3466261 w 3490661"/>
              <a:gd name="connsiteY3-372" fmla="*/ 1630209 h 3082645"/>
              <a:gd name="connsiteX4-373" fmla="*/ 3466254 w 3490661"/>
              <a:gd name="connsiteY4-374" fmla="*/ 1452423 h 3082645"/>
              <a:gd name="connsiteX5-375" fmla="*/ 2679021 w 3490661"/>
              <a:gd name="connsiteY5-376" fmla="*/ 88887 h 3082645"/>
              <a:gd name="connsiteX6-377" fmla="*/ 2525051 w 3490661"/>
              <a:gd name="connsiteY6-378" fmla="*/ 0 h 3082645"/>
              <a:gd name="connsiteX7-379" fmla="*/ 950576 w 3490661"/>
              <a:gd name="connsiteY7-380" fmla="*/ 0 h 3082645"/>
              <a:gd name="connsiteX8-381" fmla="*/ 796623 w 3490661"/>
              <a:gd name="connsiteY8-382" fmla="*/ 88900 h 3082645"/>
              <a:gd name="connsiteX9-383" fmla="*/ 9390 w 3490661"/>
              <a:gd name="connsiteY9-384" fmla="*/ 1452436 h 3082645"/>
              <a:gd name="connsiteX10-385" fmla="*/ 9398 w 3490661"/>
              <a:gd name="connsiteY10-386" fmla="*/ 1630223 h 3082645"/>
              <a:gd name="connsiteX11-387" fmla="*/ 796631 w 3490661"/>
              <a:gd name="connsiteY11-388" fmla="*/ 2993759 h 3082645"/>
              <a:gd name="connsiteX12-389" fmla="*/ 950601 w 3490661"/>
              <a:gd name="connsiteY12-390" fmla="*/ 3082645 h 3082645"/>
              <a:gd name="connsiteX0-391" fmla="*/ 950601 w 3490661"/>
              <a:gd name="connsiteY0-392" fmla="*/ 3082645 h 3082645"/>
              <a:gd name="connsiteX1-393" fmla="*/ 2525075 w 3490661"/>
              <a:gd name="connsiteY1-394" fmla="*/ 3082645 h 3082645"/>
              <a:gd name="connsiteX2-395" fmla="*/ 2679028 w 3490661"/>
              <a:gd name="connsiteY2-396" fmla="*/ 2993745 h 3082645"/>
              <a:gd name="connsiteX3-397" fmla="*/ 3466261 w 3490661"/>
              <a:gd name="connsiteY3-398" fmla="*/ 1630209 h 3082645"/>
              <a:gd name="connsiteX4-399" fmla="*/ 3466254 w 3490661"/>
              <a:gd name="connsiteY4-400" fmla="*/ 1452423 h 3082645"/>
              <a:gd name="connsiteX5-401" fmla="*/ 2679021 w 3490661"/>
              <a:gd name="connsiteY5-402" fmla="*/ 88887 h 3082645"/>
              <a:gd name="connsiteX6-403" fmla="*/ 2525051 w 3490661"/>
              <a:gd name="connsiteY6-404" fmla="*/ 0 h 3082645"/>
              <a:gd name="connsiteX7-405" fmla="*/ 950576 w 3490661"/>
              <a:gd name="connsiteY7-406" fmla="*/ 0 h 3082645"/>
              <a:gd name="connsiteX8-407" fmla="*/ 796623 w 3490661"/>
              <a:gd name="connsiteY8-408" fmla="*/ 88900 h 3082645"/>
              <a:gd name="connsiteX9-409" fmla="*/ 9390 w 3490661"/>
              <a:gd name="connsiteY9-410" fmla="*/ 1452436 h 3082645"/>
              <a:gd name="connsiteX10-411" fmla="*/ 9398 w 3490661"/>
              <a:gd name="connsiteY10-412" fmla="*/ 1630223 h 3082645"/>
              <a:gd name="connsiteX11-413" fmla="*/ 796631 w 3490661"/>
              <a:gd name="connsiteY11-414" fmla="*/ 2993759 h 3082645"/>
              <a:gd name="connsiteX12-415" fmla="*/ 950601 w 3490661"/>
              <a:gd name="connsiteY12-416" fmla="*/ 3082645 h 3082645"/>
              <a:gd name="connsiteX0-417" fmla="*/ 950601 w 3490661"/>
              <a:gd name="connsiteY0-418" fmla="*/ 3082645 h 3082645"/>
              <a:gd name="connsiteX1-419" fmla="*/ 2525075 w 3490661"/>
              <a:gd name="connsiteY1-420" fmla="*/ 3082645 h 3082645"/>
              <a:gd name="connsiteX2-421" fmla="*/ 2679028 w 3490661"/>
              <a:gd name="connsiteY2-422" fmla="*/ 2993745 h 3082645"/>
              <a:gd name="connsiteX3-423" fmla="*/ 3466261 w 3490661"/>
              <a:gd name="connsiteY3-424" fmla="*/ 1630209 h 3082645"/>
              <a:gd name="connsiteX4-425" fmla="*/ 3466254 w 3490661"/>
              <a:gd name="connsiteY4-426" fmla="*/ 1452423 h 3082645"/>
              <a:gd name="connsiteX5-427" fmla="*/ 2679021 w 3490661"/>
              <a:gd name="connsiteY5-428" fmla="*/ 88887 h 3082645"/>
              <a:gd name="connsiteX6-429" fmla="*/ 2525051 w 3490661"/>
              <a:gd name="connsiteY6-430" fmla="*/ 0 h 3082645"/>
              <a:gd name="connsiteX7-431" fmla="*/ 950576 w 3490661"/>
              <a:gd name="connsiteY7-432" fmla="*/ 0 h 3082645"/>
              <a:gd name="connsiteX8-433" fmla="*/ 796623 w 3490661"/>
              <a:gd name="connsiteY8-434" fmla="*/ 88900 h 3082645"/>
              <a:gd name="connsiteX9-435" fmla="*/ 9390 w 3490661"/>
              <a:gd name="connsiteY9-436" fmla="*/ 1452436 h 3082645"/>
              <a:gd name="connsiteX10-437" fmla="*/ 9398 w 3490661"/>
              <a:gd name="connsiteY10-438" fmla="*/ 1630223 h 3082645"/>
              <a:gd name="connsiteX11-439" fmla="*/ 796631 w 3490661"/>
              <a:gd name="connsiteY11-440" fmla="*/ 2993759 h 3082645"/>
              <a:gd name="connsiteX12-441" fmla="*/ 950601 w 3490661"/>
              <a:gd name="connsiteY12-442" fmla="*/ 3082645 h 3082645"/>
              <a:gd name="connsiteX0-443" fmla="*/ 950603 w 3490663"/>
              <a:gd name="connsiteY0-444" fmla="*/ 3082645 h 3082645"/>
              <a:gd name="connsiteX1-445" fmla="*/ 2525077 w 3490663"/>
              <a:gd name="connsiteY1-446" fmla="*/ 3082645 h 3082645"/>
              <a:gd name="connsiteX2-447" fmla="*/ 2679030 w 3490663"/>
              <a:gd name="connsiteY2-448" fmla="*/ 2993745 h 3082645"/>
              <a:gd name="connsiteX3-449" fmla="*/ 3466263 w 3490663"/>
              <a:gd name="connsiteY3-450" fmla="*/ 1630209 h 3082645"/>
              <a:gd name="connsiteX4-451" fmla="*/ 3466256 w 3490663"/>
              <a:gd name="connsiteY4-452" fmla="*/ 1452423 h 3082645"/>
              <a:gd name="connsiteX5-453" fmla="*/ 2679023 w 3490663"/>
              <a:gd name="connsiteY5-454" fmla="*/ 88887 h 3082645"/>
              <a:gd name="connsiteX6-455" fmla="*/ 2525053 w 3490663"/>
              <a:gd name="connsiteY6-456" fmla="*/ 0 h 3082645"/>
              <a:gd name="connsiteX7-457" fmla="*/ 950578 w 3490663"/>
              <a:gd name="connsiteY7-458" fmla="*/ 0 h 3082645"/>
              <a:gd name="connsiteX8-459" fmla="*/ 796625 w 3490663"/>
              <a:gd name="connsiteY8-460" fmla="*/ 88900 h 3082645"/>
              <a:gd name="connsiteX9-461" fmla="*/ 9392 w 3490663"/>
              <a:gd name="connsiteY9-462" fmla="*/ 1452436 h 3082645"/>
              <a:gd name="connsiteX10-463" fmla="*/ 9400 w 3490663"/>
              <a:gd name="connsiteY10-464" fmla="*/ 1630223 h 3082645"/>
              <a:gd name="connsiteX11-465" fmla="*/ 796633 w 3490663"/>
              <a:gd name="connsiteY11-466" fmla="*/ 2993759 h 3082645"/>
              <a:gd name="connsiteX12-467" fmla="*/ 950603 w 3490663"/>
              <a:gd name="connsiteY12-468" fmla="*/ 3082645 h 3082645"/>
              <a:gd name="connsiteX0-469" fmla="*/ 965611 w 3505671"/>
              <a:gd name="connsiteY0-470" fmla="*/ 3082645 h 3082645"/>
              <a:gd name="connsiteX1-471" fmla="*/ 2540085 w 3505671"/>
              <a:gd name="connsiteY1-472" fmla="*/ 3082645 h 3082645"/>
              <a:gd name="connsiteX2-473" fmla="*/ 2694038 w 3505671"/>
              <a:gd name="connsiteY2-474" fmla="*/ 2993745 h 3082645"/>
              <a:gd name="connsiteX3-475" fmla="*/ 3481271 w 3505671"/>
              <a:gd name="connsiteY3-476" fmla="*/ 1630209 h 3082645"/>
              <a:gd name="connsiteX4-477" fmla="*/ 3481264 w 3505671"/>
              <a:gd name="connsiteY4-478" fmla="*/ 1452423 h 3082645"/>
              <a:gd name="connsiteX5-479" fmla="*/ 2694031 w 3505671"/>
              <a:gd name="connsiteY5-480" fmla="*/ 88887 h 3082645"/>
              <a:gd name="connsiteX6-481" fmla="*/ 2540061 w 3505671"/>
              <a:gd name="connsiteY6-482" fmla="*/ 0 h 3082645"/>
              <a:gd name="connsiteX7-483" fmla="*/ 965586 w 3505671"/>
              <a:gd name="connsiteY7-484" fmla="*/ 0 h 3082645"/>
              <a:gd name="connsiteX8-485" fmla="*/ 811633 w 3505671"/>
              <a:gd name="connsiteY8-486" fmla="*/ 88900 h 3082645"/>
              <a:gd name="connsiteX9-487" fmla="*/ 24400 w 3505671"/>
              <a:gd name="connsiteY9-488" fmla="*/ 1452436 h 3082645"/>
              <a:gd name="connsiteX10-489" fmla="*/ 24408 w 3505671"/>
              <a:gd name="connsiteY10-490" fmla="*/ 1630223 h 3082645"/>
              <a:gd name="connsiteX11-491" fmla="*/ 811641 w 3505671"/>
              <a:gd name="connsiteY11-492" fmla="*/ 2993759 h 3082645"/>
              <a:gd name="connsiteX12-493" fmla="*/ 965611 w 3505671"/>
              <a:gd name="connsiteY12-494" fmla="*/ 3082645 h 3082645"/>
              <a:gd name="connsiteX0-495" fmla="*/ 965611 w 3505671"/>
              <a:gd name="connsiteY0-496" fmla="*/ 3082645 h 3082645"/>
              <a:gd name="connsiteX1-497" fmla="*/ 2540085 w 3505671"/>
              <a:gd name="connsiteY1-498" fmla="*/ 3082645 h 3082645"/>
              <a:gd name="connsiteX2-499" fmla="*/ 2694038 w 3505671"/>
              <a:gd name="connsiteY2-500" fmla="*/ 2993745 h 3082645"/>
              <a:gd name="connsiteX3-501" fmla="*/ 3481271 w 3505671"/>
              <a:gd name="connsiteY3-502" fmla="*/ 1630209 h 3082645"/>
              <a:gd name="connsiteX4-503" fmla="*/ 3481264 w 3505671"/>
              <a:gd name="connsiteY4-504" fmla="*/ 1452423 h 3082645"/>
              <a:gd name="connsiteX5-505" fmla="*/ 2694031 w 3505671"/>
              <a:gd name="connsiteY5-506" fmla="*/ 88887 h 3082645"/>
              <a:gd name="connsiteX6-507" fmla="*/ 2540061 w 3505671"/>
              <a:gd name="connsiteY6-508" fmla="*/ 0 h 3082645"/>
              <a:gd name="connsiteX7-509" fmla="*/ 965586 w 3505671"/>
              <a:gd name="connsiteY7-510" fmla="*/ 0 h 3082645"/>
              <a:gd name="connsiteX8-511" fmla="*/ 811633 w 3505671"/>
              <a:gd name="connsiteY8-512" fmla="*/ 88900 h 3082645"/>
              <a:gd name="connsiteX9-513" fmla="*/ 24400 w 3505671"/>
              <a:gd name="connsiteY9-514" fmla="*/ 1452436 h 3082645"/>
              <a:gd name="connsiteX10-515" fmla="*/ 24408 w 3505671"/>
              <a:gd name="connsiteY10-516" fmla="*/ 1630223 h 3082645"/>
              <a:gd name="connsiteX11-517" fmla="*/ 811641 w 3505671"/>
              <a:gd name="connsiteY11-518" fmla="*/ 2993759 h 3082645"/>
              <a:gd name="connsiteX12-519" fmla="*/ 965611 w 3505671"/>
              <a:gd name="connsiteY12-520" fmla="*/ 3082645 h 3082645"/>
              <a:gd name="connsiteX0-521" fmla="*/ 965611 w 3505671"/>
              <a:gd name="connsiteY0-522" fmla="*/ 3082645 h 3082645"/>
              <a:gd name="connsiteX1-523" fmla="*/ 2540085 w 3505671"/>
              <a:gd name="connsiteY1-524" fmla="*/ 3082645 h 3082645"/>
              <a:gd name="connsiteX2-525" fmla="*/ 2694038 w 3505671"/>
              <a:gd name="connsiteY2-526" fmla="*/ 2993745 h 3082645"/>
              <a:gd name="connsiteX3-527" fmla="*/ 3481271 w 3505671"/>
              <a:gd name="connsiteY3-528" fmla="*/ 1630209 h 3082645"/>
              <a:gd name="connsiteX4-529" fmla="*/ 3481264 w 3505671"/>
              <a:gd name="connsiteY4-530" fmla="*/ 1452423 h 3082645"/>
              <a:gd name="connsiteX5-531" fmla="*/ 2694031 w 3505671"/>
              <a:gd name="connsiteY5-532" fmla="*/ 88887 h 3082645"/>
              <a:gd name="connsiteX6-533" fmla="*/ 2540061 w 3505671"/>
              <a:gd name="connsiteY6-534" fmla="*/ 0 h 3082645"/>
              <a:gd name="connsiteX7-535" fmla="*/ 965586 w 3505671"/>
              <a:gd name="connsiteY7-536" fmla="*/ 0 h 3082645"/>
              <a:gd name="connsiteX8-537" fmla="*/ 811633 w 3505671"/>
              <a:gd name="connsiteY8-538" fmla="*/ 88900 h 3082645"/>
              <a:gd name="connsiteX9-539" fmla="*/ 24400 w 3505671"/>
              <a:gd name="connsiteY9-540" fmla="*/ 1452436 h 3082645"/>
              <a:gd name="connsiteX10-541" fmla="*/ 24408 w 3505671"/>
              <a:gd name="connsiteY10-542" fmla="*/ 1630223 h 3082645"/>
              <a:gd name="connsiteX11-543" fmla="*/ 811641 w 3505671"/>
              <a:gd name="connsiteY11-544" fmla="*/ 2993759 h 3082645"/>
              <a:gd name="connsiteX12-545" fmla="*/ 965611 w 3505671"/>
              <a:gd name="connsiteY12-546" fmla="*/ 3082645 h 3082645"/>
              <a:gd name="connsiteX0-547" fmla="*/ 965611 w 3505671"/>
              <a:gd name="connsiteY0-548" fmla="*/ 3082645 h 3082645"/>
              <a:gd name="connsiteX1-549" fmla="*/ 2540085 w 3505671"/>
              <a:gd name="connsiteY1-550" fmla="*/ 3082645 h 3082645"/>
              <a:gd name="connsiteX2-551" fmla="*/ 2694038 w 3505671"/>
              <a:gd name="connsiteY2-552" fmla="*/ 2993745 h 3082645"/>
              <a:gd name="connsiteX3-553" fmla="*/ 3481271 w 3505671"/>
              <a:gd name="connsiteY3-554" fmla="*/ 1630209 h 3082645"/>
              <a:gd name="connsiteX4-555" fmla="*/ 3481264 w 3505671"/>
              <a:gd name="connsiteY4-556" fmla="*/ 1452423 h 3082645"/>
              <a:gd name="connsiteX5-557" fmla="*/ 2694031 w 3505671"/>
              <a:gd name="connsiteY5-558" fmla="*/ 88887 h 3082645"/>
              <a:gd name="connsiteX6-559" fmla="*/ 2540061 w 3505671"/>
              <a:gd name="connsiteY6-560" fmla="*/ 0 h 3082645"/>
              <a:gd name="connsiteX7-561" fmla="*/ 965586 w 3505671"/>
              <a:gd name="connsiteY7-562" fmla="*/ 0 h 3082645"/>
              <a:gd name="connsiteX8-563" fmla="*/ 811633 w 3505671"/>
              <a:gd name="connsiteY8-564" fmla="*/ 88900 h 3082645"/>
              <a:gd name="connsiteX9-565" fmla="*/ 24400 w 3505671"/>
              <a:gd name="connsiteY9-566" fmla="*/ 1452436 h 3082645"/>
              <a:gd name="connsiteX10-567" fmla="*/ 24408 w 3505671"/>
              <a:gd name="connsiteY10-568" fmla="*/ 1630223 h 3082645"/>
              <a:gd name="connsiteX11-569" fmla="*/ 811641 w 3505671"/>
              <a:gd name="connsiteY11-570" fmla="*/ 2993759 h 3082645"/>
              <a:gd name="connsiteX12-571" fmla="*/ 965611 w 3505671"/>
              <a:gd name="connsiteY12-572" fmla="*/ 3082645 h 30826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05671" h="3082645">
                <a:moveTo>
                  <a:pt x="965611" y="3082645"/>
                </a:moveTo>
                <a:cubicBezTo>
                  <a:pt x="1030690" y="3082645"/>
                  <a:pt x="2475006" y="3082646"/>
                  <a:pt x="2540085" y="3082645"/>
                </a:cubicBezTo>
                <a:cubicBezTo>
                  <a:pt x="2605164" y="3082646"/>
                  <a:pt x="2661499" y="3050107"/>
                  <a:pt x="2694038" y="2993745"/>
                </a:cubicBezTo>
                <a:cubicBezTo>
                  <a:pt x="2726578" y="2937386"/>
                  <a:pt x="3448731" y="1686570"/>
                  <a:pt x="3481271" y="1630209"/>
                </a:cubicBezTo>
                <a:cubicBezTo>
                  <a:pt x="3513810" y="1573850"/>
                  <a:pt x="3513803" y="1508784"/>
                  <a:pt x="3481264" y="1452423"/>
                </a:cubicBezTo>
                <a:cubicBezTo>
                  <a:pt x="3448724" y="1396064"/>
                  <a:pt x="2726570" y="145248"/>
                  <a:pt x="2694031" y="88887"/>
                </a:cubicBezTo>
                <a:cubicBezTo>
                  <a:pt x="2661492" y="32528"/>
                  <a:pt x="2605139" y="1"/>
                  <a:pt x="2540061" y="0"/>
                </a:cubicBezTo>
                <a:cubicBezTo>
                  <a:pt x="2474982" y="1"/>
                  <a:pt x="1030665" y="1"/>
                  <a:pt x="965586" y="0"/>
                </a:cubicBezTo>
                <a:cubicBezTo>
                  <a:pt x="900507" y="1"/>
                  <a:pt x="844173" y="32540"/>
                  <a:pt x="811633" y="88900"/>
                </a:cubicBezTo>
                <a:cubicBezTo>
                  <a:pt x="779094" y="145261"/>
                  <a:pt x="56940" y="1396077"/>
                  <a:pt x="24400" y="1452436"/>
                </a:cubicBezTo>
                <a:cubicBezTo>
                  <a:pt x="-8139" y="1508797"/>
                  <a:pt x="-8132" y="1573863"/>
                  <a:pt x="24408" y="1630223"/>
                </a:cubicBezTo>
                <a:cubicBezTo>
                  <a:pt x="56947" y="1686584"/>
                  <a:pt x="779101" y="2937400"/>
                  <a:pt x="811641" y="2993759"/>
                </a:cubicBezTo>
                <a:cubicBezTo>
                  <a:pt x="844180" y="3050120"/>
                  <a:pt x="900532" y="3082645"/>
                  <a:pt x="965611" y="3082645"/>
                </a:cubicBezTo>
                <a:close/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任意多边形: 形状 14296"/>
          <p:cNvSpPr/>
          <p:nvPr>
            <p:custDataLst>
              <p:tags r:id="rId5"/>
            </p:custDataLst>
          </p:nvPr>
        </p:nvSpPr>
        <p:spPr>
          <a:xfrm rot="1800000">
            <a:off x="4065486" y="4467419"/>
            <a:ext cx="503973" cy="424778"/>
          </a:xfrm>
          <a:custGeom>
            <a:avLst/>
            <a:gdLst>
              <a:gd name="connsiteX0" fmla="*/ 950601 w 3475650"/>
              <a:gd name="connsiteY0" fmla="*/ 3082645 h 3082645"/>
              <a:gd name="connsiteX1" fmla="*/ 2525075 w 3475650"/>
              <a:gd name="connsiteY1" fmla="*/ 3082645 h 3082645"/>
              <a:gd name="connsiteX2" fmla="*/ 2679028 w 3475650"/>
              <a:gd name="connsiteY2" fmla="*/ 2993745 h 3082645"/>
              <a:gd name="connsiteX3" fmla="*/ 3466261 w 3475650"/>
              <a:gd name="connsiteY3" fmla="*/ 1630209 h 3082645"/>
              <a:gd name="connsiteX4" fmla="*/ 3466254 w 3475650"/>
              <a:gd name="connsiteY4" fmla="*/ 1452423 h 3082645"/>
              <a:gd name="connsiteX5" fmla="*/ 2679021 w 3475650"/>
              <a:gd name="connsiteY5" fmla="*/ 88887 h 3082645"/>
              <a:gd name="connsiteX6" fmla="*/ 2525051 w 3475650"/>
              <a:gd name="connsiteY6" fmla="*/ 0 h 3082645"/>
              <a:gd name="connsiteX7" fmla="*/ 950576 w 3475650"/>
              <a:gd name="connsiteY7" fmla="*/ 0 h 3082645"/>
              <a:gd name="connsiteX8" fmla="*/ 796623 w 3475650"/>
              <a:gd name="connsiteY8" fmla="*/ 88900 h 3082645"/>
              <a:gd name="connsiteX9" fmla="*/ 9390 w 3475650"/>
              <a:gd name="connsiteY9" fmla="*/ 1452436 h 3082645"/>
              <a:gd name="connsiteX10" fmla="*/ 9398 w 3475650"/>
              <a:gd name="connsiteY10" fmla="*/ 1630223 h 3082645"/>
              <a:gd name="connsiteX11" fmla="*/ 796631 w 3475650"/>
              <a:gd name="connsiteY11" fmla="*/ 2993759 h 3082645"/>
              <a:gd name="connsiteX12" fmla="*/ 950601 w 3475650"/>
              <a:gd name="connsiteY12" fmla="*/ 3082645 h 3082645"/>
              <a:gd name="connsiteX0-1" fmla="*/ 950601 w 3475650"/>
              <a:gd name="connsiteY0-2" fmla="*/ 3082645 h 3082645"/>
              <a:gd name="connsiteX1-3" fmla="*/ 2525075 w 3475650"/>
              <a:gd name="connsiteY1-4" fmla="*/ 3082645 h 3082645"/>
              <a:gd name="connsiteX2-5" fmla="*/ 2679028 w 3475650"/>
              <a:gd name="connsiteY2-6" fmla="*/ 2993745 h 3082645"/>
              <a:gd name="connsiteX3-7" fmla="*/ 3466261 w 3475650"/>
              <a:gd name="connsiteY3-8" fmla="*/ 1630209 h 3082645"/>
              <a:gd name="connsiteX4-9" fmla="*/ 3466254 w 3475650"/>
              <a:gd name="connsiteY4-10" fmla="*/ 1452423 h 3082645"/>
              <a:gd name="connsiteX5-11" fmla="*/ 2679021 w 3475650"/>
              <a:gd name="connsiteY5-12" fmla="*/ 88887 h 3082645"/>
              <a:gd name="connsiteX6-13" fmla="*/ 2525051 w 3475650"/>
              <a:gd name="connsiteY6-14" fmla="*/ 0 h 3082645"/>
              <a:gd name="connsiteX7-15" fmla="*/ 950576 w 3475650"/>
              <a:gd name="connsiteY7-16" fmla="*/ 0 h 3082645"/>
              <a:gd name="connsiteX8-17" fmla="*/ 796623 w 3475650"/>
              <a:gd name="connsiteY8-18" fmla="*/ 88900 h 3082645"/>
              <a:gd name="connsiteX9-19" fmla="*/ 9390 w 3475650"/>
              <a:gd name="connsiteY9-20" fmla="*/ 1452436 h 3082645"/>
              <a:gd name="connsiteX10-21" fmla="*/ 9398 w 3475650"/>
              <a:gd name="connsiteY10-22" fmla="*/ 1630223 h 3082645"/>
              <a:gd name="connsiteX11-23" fmla="*/ 796631 w 3475650"/>
              <a:gd name="connsiteY11-24" fmla="*/ 2993759 h 3082645"/>
              <a:gd name="connsiteX12-25" fmla="*/ 950601 w 3475650"/>
              <a:gd name="connsiteY12-26" fmla="*/ 3082645 h 3082645"/>
              <a:gd name="connsiteX0-27" fmla="*/ 950601 w 3475650"/>
              <a:gd name="connsiteY0-28" fmla="*/ 3082645 h 3082645"/>
              <a:gd name="connsiteX1-29" fmla="*/ 2525075 w 3475650"/>
              <a:gd name="connsiteY1-30" fmla="*/ 3082645 h 3082645"/>
              <a:gd name="connsiteX2-31" fmla="*/ 2679028 w 3475650"/>
              <a:gd name="connsiteY2-32" fmla="*/ 2993745 h 3082645"/>
              <a:gd name="connsiteX3-33" fmla="*/ 3466261 w 3475650"/>
              <a:gd name="connsiteY3-34" fmla="*/ 1630209 h 3082645"/>
              <a:gd name="connsiteX4-35" fmla="*/ 3466254 w 3475650"/>
              <a:gd name="connsiteY4-36" fmla="*/ 1452423 h 3082645"/>
              <a:gd name="connsiteX5-37" fmla="*/ 2679021 w 3475650"/>
              <a:gd name="connsiteY5-38" fmla="*/ 88887 h 3082645"/>
              <a:gd name="connsiteX6-39" fmla="*/ 2525051 w 3475650"/>
              <a:gd name="connsiteY6-40" fmla="*/ 0 h 3082645"/>
              <a:gd name="connsiteX7-41" fmla="*/ 950576 w 3475650"/>
              <a:gd name="connsiteY7-42" fmla="*/ 0 h 3082645"/>
              <a:gd name="connsiteX8-43" fmla="*/ 796623 w 3475650"/>
              <a:gd name="connsiteY8-44" fmla="*/ 88900 h 3082645"/>
              <a:gd name="connsiteX9-45" fmla="*/ 9390 w 3475650"/>
              <a:gd name="connsiteY9-46" fmla="*/ 1452436 h 3082645"/>
              <a:gd name="connsiteX10-47" fmla="*/ 9398 w 3475650"/>
              <a:gd name="connsiteY10-48" fmla="*/ 1630223 h 3082645"/>
              <a:gd name="connsiteX11-49" fmla="*/ 796631 w 3475650"/>
              <a:gd name="connsiteY11-50" fmla="*/ 2993759 h 3082645"/>
              <a:gd name="connsiteX12-51" fmla="*/ 950601 w 3475650"/>
              <a:gd name="connsiteY12-52" fmla="*/ 3082645 h 3082645"/>
              <a:gd name="connsiteX0-53" fmla="*/ 950601 w 3475650"/>
              <a:gd name="connsiteY0-54" fmla="*/ 3082645 h 3082645"/>
              <a:gd name="connsiteX1-55" fmla="*/ 2525075 w 3475650"/>
              <a:gd name="connsiteY1-56" fmla="*/ 3082645 h 3082645"/>
              <a:gd name="connsiteX2-57" fmla="*/ 2679028 w 3475650"/>
              <a:gd name="connsiteY2-58" fmla="*/ 2993745 h 3082645"/>
              <a:gd name="connsiteX3-59" fmla="*/ 3466261 w 3475650"/>
              <a:gd name="connsiteY3-60" fmla="*/ 1630209 h 3082645"/>
              <a:gd name="connsiteX4-61" fmla="*/ 3466254 w 3475650"/>
              <a:gd name="connsiteY4-62" fmla="*/ 1452423 h 3082645"/>
              <a:gd name="connsiteX5-63" fmla="*/ 2679021 w 3475650"/>
              <a:gd name="connsiteY5-64" fmla="*/ 88887 h 3082645"/>
              <a:gd name="connsiteX6-65" fmla="*/ 2525051 w 3475650"/>
              <a:gd name="connsiteY6-66" fmla="*/ 0 h 3082645"/>
              <a:gd name="connsiteX7-67" fmla="*/ 950576 w 3475650"/>
              <a:gd name="connsiteY7-68" fmla="*/ 0 h 3082645"/>
              <a:gd name="connsiteX8-69" fmla="*/ 796623 w 3475650"/>
              <a:gd name="connsiteY8-70" fmla="*/ 88900 h 3082645"/>
              <a:gd name="connsiteX9-71" fmla="*/ 9390 w 3475650"/>
              <a:gd name="connsiteY9-72" fmla="*/ 1452436 h 3082645"/>
              <a:gd name="connsiteX10-73" fmla="*/ 9398 w 3475650"/>
              <a:gd name="connsiteY10-74" fmla="*/ 1630223 h 3082645"/>
              <a:gd name="connsiteX11-75" fmla="*/ 796631 w 3475650"/>
              <a:gd name="connsiteY11-76" fmla="*/ 2993759 h 3082645"/>
              <a:gd name="connsiteX12-77" fmla="*/ 950601 w 3475650"/>
              <a:gd name="connsiteY12-78" fmla="*/ 3082645 h 3082645"/>
              <a:gd name="connsiteX0-79" fmla="*/ 950601 w 3475650"/>
              <a:gd name="connsiteY0-80" fmla="*/ 3082645 h 3082645"/>
              <a:gd name="connsiteX1-81" fmla="*/ 2525075 w 3475650"/>
              <a:gd name="connsiteY1-82" fmla="*/ 3082645 h 3082645"/>
              <a:gd name="connsiteX2-83" fmla="*/ 2679028 w 3475650"/>
              <a:gd name="connsiteY2-84" fmla="*/ 2993745 h 3082645"/>
              <a:gd name="connsiteX3-85" fmla="*/ 3466261 w 3475650"/>
              <a:gd name="connsiteY3-86" fmla="*/ 1630209 h 3082645"/>
              <a:gd name="connsiteX4-87" fmla="*/ 3466254 w 3475650"/>
              <a:gd name="connsiteY4-88" fmla="*/ 1452423 h 3082645"/>
              <a:gd name="connsiteX5-89" fmla="*/ 2679021 w 3475650"/>
              <a:gd name="connsiteY5-90" fmla="*/ 88887 h 3082645"/>
              <a:gd name="connsiteX6-91" fmla="*/ 2525051 w 3475650"/>
              <a:gd name="connsiteY6-92" fmla="*/ 0 h 3082645"/>
              <a:gd name="connsiteX7-93" fmla="*/ 950576 w 3475650"/>
              <a:gd name="connsiteY7-94" fmla="*/ 0 h 3082645"/>
              <a:gd name="connsiteX8-95" fmla="*/ 796623 w 3475650"/>
              <a:gd name="connsiteY8-96" fmla="*/ 88900 h 3082645"/>
              <a:gd name="connsiteX9-97" fmla="*/ 9390 w 3475650"/>
              <a:gd name="connsiteY9-98" fmla="*/ 1452436 h 3082645"/>
              <a:gd name="connsiteX10-99" fmla="*/ 9398 w 3475650"/>
              <a:gd name="connsiteY10-100" fmla="*/ 1630223 h 3082645"/>
              <a:gd name="connsiteX11-101" fmla="*/ 796631 w 3475650"/>
              <a:gd name="connsiteY11-102" fmla="*/ 2993759 h 3082645"/>
              <a:gd name="connsiteX12-103" fmla="*/ 950601 w 3475650"/>
              <a:gd name="connsiteY12-104" fmla="*/ 3082645 h 3082645"/>
              <a:gd name="connsiteX0-105" fmla="*/ 950601 w 3475650"/>
              <a:gd name="connsiteY0-106" fmla="*/ 3082645 h 3082645"/>
              <a:gd name="connsiteX1-107" fmla="*/ 2525075 w 3475650"/>
              <a:gd name="connsiteY1-108" fmla="*/ 3082645 h 3082645"/>
              <a:gd name="connsiteX2-109" fmla="*/ 2679028 w 3475650"/>
              <a:gd name="connsiteY2-110" fmla="*/ 2993745 h 3082645"/>
              <a:gd name="connsiteX3-111" fmla="*/ 3466261 w 3475650"/>
              <a:gd name="connsiteY3-112" fmla="*/ 1630209 h 3082645"/>
              <a:gd name="connsiteX4-113" fmla="*/ 3466254 w 3475650"/>
              <a:gd name="connsiteY4-114" fmla="*/ 1452423 h 3082645"/>
              <a:gd name="connsiteX5-115" fmla="*/ 2679021 w 3475650"/>
              <a:gd name="connsiteY5-116" fmla="*/ 88887 h 3082645"/>
              <a:gd name="connsiteX6-117" fmla="*/ 2525051 w 3475650"/>
              <a:gd name="connsiteY6-118" fmla="*/ 0 h 3082645"/>
              <a:gd name="connsiteX7-119" fmla="*/ 950576 w 3475650"/>
              <a:gd name="connsiteY7-120" fmla="*/ 0 h 3082645"/>
              <a:gd name="connsiteX8-121" fmla="*/ 796623 w 3475650"/>
              <a:gd name="connsiteY8-122" fmla="*/ 88900 h 3082645"/>
              <a:gd name="connsiteX9-123" fmla="*/ 9390 w 3475650"/>
              <a:gd name="connsiteY9-124" fmla="*/ 1452436 h 3082645"/>
              <a:gd name="connsiteX10-125" fmla="*/ 9398 w 3475650"/>
              <a:gd name="connsiteY10-126" fmla="*/ 1630223 h 3082645"/>
              <a:gd name="connsiteX11-127" fmla="*/ 796631 w 3475650"/>
              <a:gd name="connsiteY11-128" fmla="*/ 2993759 h 3082645"/>
              <a:gd name="connsiteX12-129" fmla="*/ 950601 w 3475650"/>
              <a:gd name="connsiteY12-130" fmla="*/ 3082645 h 3082645"/>
              <a:gd name="connsiteX0-131" fmla="*/ 950601 w 3475653"/>
              <a:gd name="connsiteY0-132" fmla="*/ 3082645 h 3082645"/>
              <a:gd name="connsiteX1-133" fmla="*/ 2525075 w 3475653"/>
              <a:gd name="connsiteY1-134" fmla="*/ 3082645 h 3082645"/>
              <a:gd name="connsiteX2-135" fmla="*/ 2679028 w 3475653"/>
              <a:gd name="connsiteY2-136" fmla="*/ 2993745 h 3082645"/>
              <a:gd name="connsiteX3-137" fmla="*/ 3466261 w 3475653"/>
              <a:gd name="connsiteY3-138" fmla="*/ 1630209 h 3082645"/>
              <a:gd name="connsiteX4-139" fmla="*/ 3466254 w 3475653"/>
              <a:gd name="connsiteY4-140" fmla="*/ 1452423 h 3082645"/>
              <a:gd name="connsiteX5-141" fmla="*/ 2679021 w 3475653"/>
              <a:gd name="connsiteY5-142" fmla="*/ 88887 h 3082645"/>
              <a:gd name="connsiteX6-143" fmla="*/ 2525051 w 3475653"/>
              <a:gd name="connsiteY6-144" fmla="*/ 0 h 3082645"/>
              <a:gd name="connsiteX7-145" fmla="*/ 950576 w 3475653"/>
              <a:gd name="connsiteY7-146" fmla="*/ 0 h 3082645"/>
              <a:gd name="connsiteX8-147" fmla="*/ 796623 w 3475653"/>
              <a:gd name="connsiteY8-148" fmla="*/ 88900 h 3082645"/>
              <a:gd name="connsiteX9-149" fmla="*/ 9390 w 3475653"/>
              <a:gd name="connsiteY9-150" fmla="*/ 1452436 h 3082645"/>
              <a:gd name="connsiteX10-151" fmla="*/ 9398 w 3475653"/>
              <a:gd name="connsiteY10-152" fmla="*/ 1630223 h 3082645"/>
              <a:gd name="connsiteX11-153" fmla="*/ 796631 w 3475653"/>
              <a:gd name="connsiteY11-154" fmla="*/ 2993759 h 3082645"/>
              <a:gd name="connsiteX12-155" fmla="*/ 950601 w 3475653"/>
              <a:gd name="connsiteY12-156" fmla="*/ 3082645 h 3082645"/>
              <a:gd name="connsiteX0-157" fmla="*/ 950601 w 3490661"/>
              <a:gd name="connsiteY0-158" fmla="*/ 3082645 h 3082645"/>
              <a:gd name="connsiteX1-159" fmla="*/ 2525075 w 3490661"/>
              <a:gd name="connsiteY1-160" fmla="*/ 3082645 h 3082645"/>
              <a:gd name="connsiteX2-161" fmla="*/ 2679028 w 3490661"/>
              <a:gd name="connsiteY2-162" fmla="*/ 2993745 h 3082645"/>
              <a:gd name="connsiteX3-163" fmla="*/ 3466261 w 3490661"/>
              <a:gd name="connsiteY3-164" fmla="*/ 1630209 h 3082645"/>
              <a:gd name="connsiteX4-165" fmla="*/ 3466254 w 3490661"/>
              <a:gd name="connsiteY4-166" fmla="*/ 1452423 h 3082645"/>
              <a:gd name="connsiteX5-167" fmla="*/ 2679021 w 3490661"/>
              <a:gd name="connsiteY5-168" fmla="*/ 88887 h 3082645"/>
              <a:gd name="connsiteX6-169" fmla="*/ 2525051 w 3490661"/>
              <a:gd name="connsiteY6-170" fmla="*/ 0 h 3082645"/>
              <a:gd name="connsiteX7-171" fmla="*/ 950576 w 3490661"/>
              <a:gd name="connsiteY7-172" fmla="*/ 0 h 3082645"/>
              <a:gd name="connsiteX8-173" fmla="*/ 796623 w 3490661"/>
              <a:gd name="connsiteY8-174" fmla="*/ 88900 h 3082645"/>
              <a:gd name="connsiteX9-175" fmla="*/ 9390 w 3490661"/>
              <a:gd name="connsiteY9-176" fmla="*/ 1452436 h 3082645"/>
              <a:gd name="connsiteX10-177" fmla="*/ 9398 w 3490661"/>
              <a:gd name="connsiteY10-178" fmla="*/ 1630223 h 3082645"/>
              <a:gd name="connsiteX11-179" fmla="*/ 796631 w 3490661"/>
              <a:gd name="connsiteY11-180" fmla="*/ 2993759 h 3082645"/>
              <a:gd name="connsiteX12-181" fmla="*/ 950601 w 3490661"/>
              <a:gd name="connsiteY12-182" fmla="*/ 3082645 h 3082645"/>
              <a:gd name="connsiteX0-183" fmla="*/ 950601 w 3490661"/>
              <a:gd name="connsiteY0-184" fmla="*/ 3082645 h 3082645"/>
              <a:gd name="connsiteX1-185" fmla="*/ 2525075 w 3490661"/>
              <a:gd name="connsiteY1-186" fmla="*/ 3082645 h 3082645"/>
              <a:gd name="connsiteX2-187" fmla="*/ 2679028 w 3490661"/>
              <a:gd name="connsiteY2-188" fmla="*/ 2993745 h 3082645"/>
              <a:gd name="connsiteX3-189" fmla="*/ 3466261 w 3490661"/>
              <a:gd name="connsiteY3-190" fmla="*/ 1630209 h 3082645"/>
              <a:gd name="connsiteX4-191" fmla="*/ 3466254 w 3490661"/>
              <a:gd name="connsiteY4-192" fmla="*/ 1452423 h 3082645"/>
              <a:gd name="connsiteX5-193" fmla="*/ 2679021 w 3490661"/>
              <a:gd name="connsiteY5-194" fmla="*/ 88887 h 3082645"/>
              <a:gd name="connsiteX6-195" fmla="*/ 2525051 w 3490661"/>
              <a:gd name="connsiteY6-196" fmla="*/ 0 h 3082645"/>
              <a:gd name="connsiteX7-197" fmla="*/ 950576 w 3490661"/>
              <a:gd name="connsiteY7-198" fmla="*/ 0 h 3082645"/>
              <a:gd name="connsiteX8-199" fmla="*/ 796623 w 3490661"/>
              <a:gd name="connsiteY8-200" fmla="*/ 88900 h 3082645"/>
              <a:gd name="connsiteX9-201" fmla="*/ 9390 w 3490661"/>
              <a:gd name="connsiteY9-202" fmla="*/ 1452436 h 3082645"/>
              <a:gd name="connsiteX10-203" fmla="*/ 9398 w 3490661"/>
              <a:gd name="connsiteY10-204" fmla="*/ 1630223 h 3082645"/>
              <a:gd name="connsiteX11-205" fmla="*/ 796631 w 3490661"/>
              <a:gd name="connsiteY11-206" fmla="*/ 2993759 h 3082645"/>
              <a:gd name="connsiteX12-207" fmla="*/ 950601 w 3490661"/>
              <a:gd name="connsiteY12-208" fmla="*/ 3082645 h 3082645"/>
              <a:gd name="connsiteX0-209" fmla="*/ 950601 w 3490661"/>
              <a:gd name="connsiteY0-210" fmla="*/ 3082645 h 3082645"/>
              <a:gd name="connsiteX1-211" fmla="*/ 2525075 w 3490661"/>
              <a:gd name="connsiteY1-212" fmla="*/ 3082645 h 3082645"/>
              <a:gd name="connsiteX2-213" fmla="*/ 2679028 w 3490661"/>
              <a:gd name="connsiteY2-214" fmla="*/ 2993745 h 3082645"/>
              <a:gd name="connsiteX3-215" fmla="*/ 3466261 w 3490661"/>
              <a:gd name="connsiteY3-216" fmla="*/ 1630209 h 3082645"/>
              <a:gd name="connsiteX4-217" fmla="*/ 3466254 w 3490661"/>
              <a:gd name="connsiteY4-218" fmla="*/ 1452423 h 3082645"/>
              <a:gd name="connsiteX5-219" fmla="*/ 2679021 w 3490661"/>
              <a:gd name="connsiteY5-220" fmla="*/ 88887 h 3082645"/>
              <a:gd name="connsiteX6-221" fmla="*/ 2525051 w 3490661"/>
              <a:gd name="connsiteY6-222" fmla="*/ 0 h 3082645"/>
              <a:gd name="connsiteX7-223" fmla="*/ 950576 w 3490661"/>
              <a:gd name="connsiteY7-224" fmla="*/ 0 h 3082645"/>
              <a:gd name="connsiteX8-225" fmla="*/ 796623 w 3490661"/>
              <a:gd name="connsiteY8-226" fmla="*/ 88900 h 3082645"/>
              <a:gd name="connsiteX9-227" fmla="*/ 9390 w 3490661"/>
              <a:gd name="connsiteY9-228" fmla="*/ 1452436 h 3082645"/>
              <a:gd name="connsiteX10-229" fmla="*/ 9398 w 3490661"/>
              <a:gd name="connsiteY10-230" fmla="*/ 1630223 h 3082645"/>
              <a:gd name="connsiteX11-231" fmla="*/ 796631 w 3490661"/>
              <a:gd name="connsiteY11-232" fmla="*/ 2993759 h 3082645"/>
              <a:gd name="connsiteX12-233" fmla="*/ 950601 w 3490661"/>
              <a:gd name="connsiteY12-234" fmla="*/ 3082645 h 3082645"/>
              <a:gd name="connsiteX0-235" fmla="*/ 950601 w 3490661"/>
              <a:gd name="connsiteY0-236" fmla="*/ 3082645 h 3082645"/>
              <a:gd name="connsiteX1-237" fmla="*/ 2525075 w 3490661"/>
              <a:gd name="connsiteY1-238" fmla="*/ 3082645 h 3082645"/>
              <a:gd name="connsiteX2-239" fmla="*/ 2679028 w 3490661"/>
              <a:gd name="connsiteY2-240" fmla="*/ 2993745 h 3082645"/>
              <a:gd name="connsiteX3-241" fmla="*/ 3466261 w 3490661"/>
              <a:gd name="connsiteY3-242" fmla="*/ 1630209 h 3082645"/>
              <a:gd name="connsiteX4-243" fmla="*/ 3466254 w 3490661"/>
              <a:gd name="connsiteY4-244" fmla="*/ 1452423 h 3082645"/>
              <a:gd name="connsiteX5-245" fmla="*/ 2679021 w 3490661"/>
              <a:gd name="connsiteY5-246" fmla="*/ 88887 h 3082645"/>
              <a:gd name="connsiteX6-247" fmla="*/ 2525051 w 3490661"/>
              <a:gd name="connsiteY6-248" fmla="*/ 0 h 3082645"/>
              <a:gd name="connsiteX7-249" fmla="*/ 950576 w 3490661"/>
              <a:gd name="connsiteY7-250" fmla="*/ 0 h 3082645"/>
              <a:gd name="connsiteX8-251" fmla="*/ 796623 w 3490661"/>
              <a:gd name="connsiteY8-252" fmla="*/ 88900 h 3082645"/>
              <a:gd name="connsiteX9-253" fmla="*/ 9390 w 3490661"/>
              <a:gd name="connsiteY9-254" fmla="*/ 1452436 h 3082645"/>
              <a:gd name="connsiteX10-255" fmla="*/ 9398 w 3490661"/>
              <a:gd name="connsiteY10-256" fmla="*/ 1630223 h 3082645"/>
              <a:gd name="connsiteX11-257" fmla="*/ 796631 w 3490661"/>
              <a:gd name="connsiteY11-258" fmla="*/ 2993759 h 3082645"/>
              <a:gd name="connsiteX12-259" fmla="*/ 950601 w 3490661"/>
              <a:gd name="connsiteY12-260" fmla="*/ 3082645 h 3082645"/>
              <a:gd name="connsiteX0-261" fmla="*/ 950601 w 3490661"/>
              <a:gd name="connsiteY0-262" fmla="*/ 3082645 h 3082645"/>
              <a:gd name="connsiteX1-263" fmla="*/ 2525075 w 3490661"/>
              <a:gd name="connsiteY1-264" fmla="*/ 3082645 h 3082645"/>
              <a:gd name="connsiteX2-265" fmla="*/ 2679028 w 3490661"/>
              <a:gd name="connsiteY2-266" fmla="*/ 2993745 h 3082645"/>
              <a:gd name="connsiteX3-267" fmla="*/ 3466261 w 3490661"/>
              <a:gd name="connsiteY3-268" fmla="*/ 1630209 h 3082645"/>
              <a:gd name="connsiteX4-269" fmla="*/ 3466254 w 3490661"/>
              <a:gd name="connsiteY4-270" fmla="*/ 1452423 h 3082645"/>
              <a:gd name="connsiteX5-271" fmla="*/ 2679021 w 3490661"/>
              <a:gd name="connsiteY5-272" fmla="*/ 88887 h 3082645"/>
              <a:gd name="connsiteX6-273" fmla="*/ 2525051 w 3490661"/>
              <a:gd name="connsiteY6-274" fmla="*/ 0 h 3082645"/>
              <a:gd name="connsiteX7-275" fmla="*/ 950576 w 3490661"/>
              <a:gd name="connsiteY7-276" fmla="*/ 0 h 3082645"/>
              <a:gd name="connsiteX8-277" fmla="*/ 796623 w 3490661"/>
              <a:gd name="connsiteY8-278" fmla="*/ 88900 h 3082645"/>
              <a:gd name="connsiteX9-279" fmla="*/ 9390 w 3490661"/>
              <a:gd name="connsiteY9-280" fmla="*/ 1452436 h 3082645"/>
              <a:gd name="connsiteX10-281" fmla="*/ 9398 w 3490661"/>
              <a:gd name="connsiteY10-282" fmla="*/ 1630223 h 3082645"/>
              <a:gd name="connsiteX11-283" fmla="*/ 796631 w 3490661"/>
              <a:gd name="connsiteY11-284" fmla="*/ 2993759 h 3082645"/>
              <a:gd name="connsiteX12-285" fmla="*/ 950601 w 3490661"/>
              <a:gd name="connsiteY12-286" fmla="*/ 3082645 h 3082645"/>
              <a:gd name="connsiteX0-287" fmla="*/ 950601 w 3490661"/>
              <a:gd name="connsiteY0-288" fmla="*/ 3082645 h 3082645"/>
              <a:gd name="connsiteX1-289" fmla="*/ 2525075 w 3490661"/>
              <a:gd name="connsiteY1-290" fmla="*/ 3082645 h 3082645"/>
              <a:gd name="connsiteX2-291" fmla="*/ 2679028 w 3490661"/>
              <a:gd name="connsiteY2-292" fmla="*/ 2993745 h 3082645"/>
              <a:gd name="connsiteX3-293" fmla="*/ 3466261 w 3490661"/>
              <a:gd name="connsiteY3-294" fmla="*/ 1630209 h 3082645"/>
              <a:gd name="connsiteX4-295" fmla="*/ 3466254 w 3490661"/>
              <a:gd name="connsiteY4-296" fmla="*/ 1452423 h 3082645"/>
              <a:gd name="connsiteX5-297" fmla="*/ 2679021 w 3490661"/>
              <a:gd name="connsiteY5-298" fmla="*/ 88887 h 3082645"/>
              <a:gd name="connsiteX6-299" fmla="*/ 2525051 w 3490661"/>
              <a:gd name="connsiteY6-300" fmla="*/ 0 h 3082645"/>
              <a:gd name="connsiteX7-301" fmla="*/ 950576 w 3490661"/>
              <a:gd name="connsiteY7-302" fmla="*/ 0 h 3082645"/>
              <a:gd name="connsiteX8-303" fmla="*/ 796623 w 3490661"/>
              <a:gd name="connsiteY8-304" fmla="*/ 88900 h 3082645"/>
              <a:gd name="connsiteX9-305" fmla="*/ 9390 w 3490661"/>
              <a:gd name="connsiteY9-306" fmla="*/ 1452436 h 3082645"/>
              <a:gd name="connsiteX10-307" fmla="*/ 9398 w 3490661"/>
              <a:gd name="connsiteY10-308" fmla="*/ 1630223 h 3082645"/>
              <a:gd name="connsiteX11-309" fmla="*/ 796631 w 3490661"/>
              <a:gd name="connsiteY11-310" fmla="*/ 2993759 h 3082645"/>
              <a:gd name="connsiteX12-311" fmla="*/ 950601 w 3490661"/>
              <a:gd name="connsiteY12-312" fmla="*/ 3082645 h 3082645"/>
              <a:gd name="connsiteX0-313" fmla="*/ 950601 w 3490661"/>
              <a:gd name="connsiteY0-314" fmla="*/ 3082645 h 3082645"/>
              <a:gd name="connsiteX1-315" fmla="*/ 2525075 w 3490661"/>
              <a:gd name="connsiteY1-316" fmla="*/ 3082645 h 3082645"/>
              <a:gd name="connsiteX2-317" fmla="*/ 2679028 w 3490661"/>
              <a:gd name="connsiteY2-318" fmla="*/ 2993745 h 3082645"/>
              <a:gd name="connsiteX3-319" fmla="*/ 3466261 w 3490661"/>
              <a:gd name="connsiteY3-320" fmla="*/ 1630209 h 3082645"/>
              <a:gd name="connsiteX4-321" fmla="*/ 3466254 w 3490661"/>
              <a:gd name="connsiteY4-322" fmla="*/ 1452423 h 3082645"/>
              <a:gd name="connsiteX5-323" fmla="*/ 2679021 w 3490661"/>
              <a:gd name="connsiteY5-324" fmla="*/ 88887 h 3082645"/>
              <a:gd name="connsiteX6-325" fmla="*/ 2525051 w 3490661"/>
              <a:gd name="connsiteY6-326" fmla="*/ 0 h 3082645"/>
              <a:gd name="connsiteX7-327" fmla="*/ 950576 w 3490661"/>
              <a:gd name="connsiteY7-328" fmla="*/ 0 h 3082645"/>
              <a:gd name="connsiteX8-329" fmla="*/ 796623 w 3490661"/>
              <a:gd name="connsiteY8-330" fmla="*/ 88900 h 3082645"/>
              <a:gd name="connsiteX9-331" fmla="*/ 9390 w 3490661"/>
              <a:gd name="connsiteY9-332" fmla="*/ 1452436 h 3082645"/>
              <a:gd name="connsiteX10-333" fmla="*/ 9398 w 3490661"/>
              <a:gd name="connsiteY10-334" fmla="*/ 1630223 h 3082645"/>
              <a:gd name="connsiteX11-335" fmla="*/ 796631 w 3490661"/>
              <a:gd name="connsiteY11-336" fmla="*/ 2993759 h 3082645"/>
              <a:gd name="connsiteX12-337" fmla="*/ 950601 w 3490661"/>
              <a:gd name="connsiteY12-338" fmla="*/ 3082645 h 3082645"/>
              <a:gd name="connsiteX0-339" fmla="*/ 950601 w 3490661"/>
              <a:gd name="connsiteY0-340" fmla="*/ 3082645 h 3082645"/>
              <a:gd name="connsiteX1-341" fmla="*/ 2525075 w 3490661"/>
              <a:gd name="connsiteY1-342" fmla="*/ 3082645 h 3082645"/>
              <a:gd name="connsiteX2-343" fmla="*/ 2679028 w 3490661"/>
              <a:gd name="connsiteY2-344" fmla="*/ 2993745 h 3082645"/>
              <a:gd name="connsiteX3-345" fmla="*/ 3466261 w 3490661"/>
              <a:gd name="connsiteY3-346" fmla="*/ 1630209 h 3082645"/>
              <a:gd name="connsiteX4-347" fmla="*/ 3466254 w 3490661"/>
              <a:gd name="connsiteY4-348" fmla="*/ 1452423 h 3082645"/>
              <a:gd name="connsiteX5-349" fmla="*/ 2679021 w 3490661"/>
              <a:gd name="connsiteY5-350" fmla="*/ 88887 h 3082645"/>
              <a:gd name="connsiteX6-351" fmla="*/ 2525051 w 3490661"/>
              <a:gd name="connsiteY6-352" fmla="*/ 0 h 3082645"/>
              <a:gd name="connsiteX7-353" fmla="*/ 950576 w 3490661"/>
              <a:gd name="connsiteY7-354" fmla="*/ 0 h 3082645"/>
              <a:gd name="connsiteX8-355" fmla="*/ 796623 w 3490661"/>
              <a:gd name="connsiteY8-356" fmla="*/ 88900 h 3082645"/>
              <a:gd name="connsiteX9-357" fmla="*/ 9390 w 3490661"/>
              <a:gd name="connsiteY9-358" fmla="*/ 1452436 h 3082645"/>
              <a:gd name="connsiteX10-359" fmla="*/ 9398 w 3490661"/>
              <a:gd name="connsiteY10-360" fmla="*/ 1630223 h 3082645"/>
              <a:gd name="connsiteX11-361" fmla="*/ 796631 w 3490661"/>
              <a:gd name="connsiteY11-362" fmla="*/ 2993759 h 3082645"/>
              <a:gd name="connsiteX12-363" fmla="*/ 950601 w 3490661"/>
              <a:gd name="connsiteY12-364" fmla="*/ 3082645 h 3082645"/>
              <a:gd name="connsiteX0-365" fmla="*/ 950601 w 3490661"/>
              <a:gd name="connsiteY0-366" fmla="*/ 3082645 h 3082645"/>
              <a:gd name="connsiteX1-367" fmla="*/ 2525075 w 3490661"/>
              <a:gd name="connsiteY1-368" fmla="*/ 3082645 h 3082645"/>
              <a:gd name="connsiteX2-369" fmla="*/ 2679028 w 3490661"/>
              <a:gd name="connsiteY2-370" fmla="*/ 2993745 h 3082645"/>
              <a:gd name="connsiteX3-371" fmla="*/ 3466261 w 3490661"/>
              <a:gd name="connsiteY3-372" fmla="*/ 1630209 h 3082645"/>
              <a:gd name="connsiteX4-373" fmla="*/ 3466254 w 3490661"/>
              <a:gd name="connsiteY4-374" fmla="*/ 1452423 h 3082645"/>
              <a:gd name="connsiteX5-375" fmla="*/ 2679021 w 3490661"/>
              <a:gd name="connsiteY5-376" fmla="*/ 88887 h 3082645"/>
              <a:gd name="connsiteX6-377" fmla="*/ 2525051 w 3490661"/>
              <a:gd name="connsiteY6-378" fmla="*/ 0 h 3082645"/>
              <a:gd name="connsiteX7-379" fmla="*/ 950576 w 3490661"/>
              <a:gd name="connsiteY7-380" fmla="*/ 0 h 3082645"/>
              <a:gd name="connsiteX8-381" fmla="*/ 796623 w 3490661"/>
              <a:gd name="connsiteY8-382" fmla="*/ 88900 h 3082645"/>
              <a:gd name="connsiteX9-383" fmla="*/ 9390 w 3490661"/>
              <a:gd name="connsiteY9-384" fmla="*/ 1452436 h 3082645"/>
              <a:gd name="connsiteX10-385" fmla="*/ 9398 w 3490661"/>
              <a:gd name="connsiteY10-386" fmla="*/ 1630223 h 3082645"/>
              <a:gd name="connsiteX11-387" fmla="*/ 796631 w 3490661"/>
              <a:gd name="connsiteY11-388" fmla="*/ 2993759 h 3082645"/>
              <a:gd name="connsiteX12-389" fmla="*/ 950601 w 3490661"/>
              <a:gd name="connsiteY12-390" fmla="*/ 3082645 h 3082645"/>
              <a:gd name="connsiteX0-391" fmla="*/ 950601 w 3490661"/>
              <a:gd name="connsiteY0-392" fmla="*/ 3082645 h 3082645"/>
              <a:gd name="connsiteX1-393" fmla="*/ 2525075 w 3490661"/>
              <a:gd name="connsiteY1-394" fmla="*/ 3082645 h 3082645"/>
              <a:gd name="connsiteX2-395" fmla="*/ 2679028 w 3490661"/>
              <a:gd name="connsiteY2-396" fmla="*/ 2993745 h 3082645"/>
              <a:gd name="connsiteX3-397" fmla="*/ 3466261 w 3490661"/>
              <a:gd name="connsiteY3-398" fmla="*/ 1630209 h 3082645"/>
              <a:gd name="connsiteX4-399" fmla="*/ 3466254 w 3490661"/>
              <a:gd name="connsiteY4-400" fmla="*/ 1452423 h 3082645"/>
              <a:gd name="connsiteX5-401" fmla="*/ 2679021 w 3490661"/>
              <a:gd name="connsiteY5-402" fmla="*/ 88887 h 3082645"/>
              <a:gd name="connsiteX6-403" fmla="*/ 2525051 w 3490661"/>
              <a:gd name="connsiteY6-404" fmla="*/ 0 h 3082645"/>
              <a:gd name="connsiteX7-405" fmla="*/ 950576 w 3490661"/>
              <a:gd name="connsiteY7-406" fmla="*/ 0 h 3082645"/>
              <a:gd name="connsiteX8-407" fmla="*/ 796623 w 3490661"/>
              <a:gd name="connsiteY8-408" fmla="*/ 88900 h 3082645"/>
              <a:gd name="connsiteX9-409" fmla="*/ 9390 w 3490661"/>
              <a:gd name="connsiteY9-410" fmla="*/ 1452436 h 3082645"/>
              <a:gd name="connsiteX10-411" fmla="*/ 9398 w 3490661"/>
              <a:gd name="connsiteY10-412" fmla="*/ 1630223 h 3082645"/>
              <a:gd name="connsiteX11-413" fmla="*/ 796631 w 3490661"/>
              <a:gd name="connsiteY11-414" fmla="*/ 2993759 h 3082645"/>
              <a:gd name="connsiteX12-415" fmla="*/ 950601 w 3490661"/>
              <a:gd name="connsiteY12-416" fmla="*/ 3082645 h 3082645"/>
              <a:gd name="connsiteX0-417" fmla="*/ 950601 w 3490661"/>
              <a:gd name="connsiteY0-418" fmla="*/ 3082645 h 3082645"/>
              <a:gd name="connsiteX1-419" fmla="*/ 2525075 w 3490661"/>
              <a:gd name="connsiteY1-420" fmla="*/ 3082645 h 3082645"/>
              <a:gd name="connsiteX2-421" fmla="*/ 2679028 w 3490661"/>
              <a:gd name="connsiteY2-422" fmla="*/ 2993745 h 3082645"/>
              <a:gd name="connsiteX3-423" fmla="*/ 3466261 w 3490661"/>
              <a:gd name="connsiteY3-424" fmla="*/ 1630209 h 3082645"/>
              <a:gd name="connsiteX4-425" fmla="*/ 3466254 w 3490661"/>
              <a:gd name="connsiteY4-426" fmla="*/ 1452423 h 3082645"/>
              <a:gd name="connsiteX5-427" fmla="*/ 2679021 w 3490661"/>
              <a:gd name="connsiteY5-428" fmla="*/ 88887 h 3082645"/>
              <a:gd name="connsiteX6-429" fmla="*/ 2525051 w 3490661"/>
              <a:gd name="connsiteY6-430" fmla="*/ 0 h 3082645"/>
              <a:gd name="connsiteX7-431" fmla="*/ 950576 w 3490661"/>
              <a:gd name="connsiteY7-432" fmla="*/ 0 h 3082645"/>
              <a:gd name="connsiteX8-433" fmla="*/ 796623 w 3490661"/>
              <a:gd name="connsiteY8-434" fmla="*/ 88900 h 3082645"/>
              <a:gd name="connsiteX9-435" fmla="*/ 9390 w 3490661"/>
              <a:gd name="connsiteY9-436" fmla="*/ 1452436 h 3082645"/>
              <a:gd name="connsiteX10-437" fmla="*/ 9398 w 3490661"/>
              <a:gd name="connsiteY10-438" fmla="*/ 1630223 h 3082645"/>
              <a:gd name="connsiteX11-439" fmla="*/ 796631 w 3490661"/>
              <a:gd name="connsiteY11-440" fmla="*/ 2993759 h 3082645"/>
              <a:gd name="connsiteX12-441" fmla="*/ 950601 w 3490661"/>
              <a:gd name="connsiteY12-442" fmla="*/ 3082645 h 3082645"/>
              <a:gd name="connsiteX0-443" fmla="*/ 950603 w 3490663"/>
              <a:gd name="connsiteY0-444" fmla="*/ 3082645 h 3082645"/>
              <a:gd name="connsiteX1-445" fmla="*/ 2525077 w 3490663"/>
              <a:gd name="connsiteY1-446" fmla="*/ 3082645 h 3082645"/>
              <a:gd name="connsiteX2-447" fmla="*/ 2679030 w 3490663"/>
              <a:gd name="connsiteY2-448" fmla="*/ 2993745 h 3082645"/>
              <a:gd name="connsiteX3-449" fmla="*/ 3466263 w 3490663"/>
              <a:gd name="connsiteY3-450" fmla="*/ 1630209 h 3082645"/>
              <a:gd name="connsiteX4-451" fmla="*/ 3466256 w 3490663"/>
              <a:gd name="connsiteY4-452" fmla="*/ 1452423 h 3082645"/>
              <a:gd name="connsiteX5-453" fmla="*/ 2679023 w 3490663"/>
              <a:gd name="connsiteY5-454" fmla="*/ 88887 h 3082645"/>
              <a:gd name="connsiteX6-455" fmla="*/ 2525053 w 3490663"/>
              <a:gd name="connsiteY6-456" fmla="*/ 0 h 3082645"/>
              <a:gd name="connsiteX7-457" fmla="*/ 950578 w 3490663"/>
              <a:gd name="connsiteY7-458" fmla="*/ 0 h 3082645"/>
              <a:gd name="connsiteX8-459" fmla="*/ 796625 w 3490663"/>
              <a:gd name="connsiteY8-460" fmla="*/ 88900 h 3082645"/>
              <a:gd name="connsiteX9-461" fmla="*/ 9392 w 3490663"/>
              <a:gd name="connsiteY9-462" fmla="*/ 1452436 h 3082645"/>
              <a:gd name="connsiteX10-463" fmla="*/ 9400 w 3490663"/>
              <a:gd name="connsiteY10-464" fmla="*/ 1630223 h 3082645"/>
              <a:gd name="connsiteX11-465" fmla="*/ 796633 w 3490663"/>
              <a:gd name="connsiteY11-466" fmla="*/ 2993759 h 3082645"/>
              <a:gd name="connsiteX12-467" fmla="*/ 950603 w 3490663"/>
              <a:gd name="connsiteY12-468" fmla="*/ 3082645 h 3082645"/>
              <a:gd name="connsiteX0-469" fmla="*/ 965611 w 3505671"/>
              <a:gd name="connsiteY0-470" fmla="*/ 3082645 h 3082645"/>
              <a:gd name="connsiteX1-471" fmla="*/ 2540085 w 3505671"/>
              <a:gd name="connsiteY1-472" fmla="*/ 3082645 h 3082645"/>
              <a:gd name="connsiteX2-473" fmla="*/ 2694038 w 3505671"/>
              <a:gd name="connsiteY2-474" fmla="*/ 2993745 h 3082645"/>
              <a:gd name="connsiteX3-475" fmla="*/ 3481271 w 3505671"/>
              <a:gd name="connsiteY3-476" fmla="*/ 1630209 h 3082645"/>
              <a:gd name="connsiteX4-477" fmla="*/ 3481264 w 3505671"/>
              <a:gd name="connsiteY4-478" fmla="*/ 1452423 h 3082645"/>
              <a:gd name="connsiteX5-479" fmla="*/ 2694031 w 3505671"/>
              <a:gd name="connsiteY5-480" fmla="*/ 88887 h 3082645"/>
              <a:gd name="connsiteX6-481" fmla="*/ 2540061 w 3505671"/>
              <a:gd name="connsiteY6-482" fmla="*/ 0 h 3082645"/>
              <a:gd name="connsiteX7-483" fmla="*/ 965586 w 3505671"/>
              <a:gd name="connsiteY7-484" fmla="*/ 0 h 3082645"/>
              <a:gd name="connsiteX8-485" fmla="*/ 811633 w 3505671"/>
              <a:gd name="connsiteY8-486" fmla="*/ 88900 h 3082645"/>
              <a:gd name="connsiteX9-487" fmla="*/ 24400 w 3505671"/>
              <a:gd name="connsiteY9-488" fmla="*/ 1452436 h 3082645"/>
              <a:gd name="connsiteX10-489" fmla="*/ 24408 w 3505671"/>
              <a:gd name="connsiteY10-490" fmla="*/ 1630223 h 3082645"/>
              <a:gd name="connsiteX11-491" fmla="*/ 811641 w 3505671"/>
              <a:gd name="connsiteY11-492" fmla="*/ 2993759 h 3082645"/>
              <a:gd name="connsiteX12-493" fmla="*/ 965611 w 3505671"/>
              <a:gd name="connsiteY12-494" fmla="*/ 3082645 h 3082645"/>
              <a:gd name="connsiteX0-495" fmla="*/ 965611 w 3505671"/>
              <a:gd name="connsiteY0-496" fmla="*/ 3082645 h 3082645"/>
              <a:gd name="connsiteX1-497" fmla="*/ 2540085 w 3505671"/>
              <a:gd name="connsiteY1-498" fmla="*/ 3082645 h 3082645"/>
              <a:gd name="connsiteX2-499" fmla="*/ 2694038 w 3505671"/>
              <a:gd name="connsiteY2-500" fmla="*/ 2993745 h 3082645"/>
              <a:gd name="connsiteX3-501" fmla="*/ 3481271 w 3505671"/>
              <a:gd name="connsiteY3-502" fmla="*/ 1630209 h 3082645"/>
              <a:gd name="connsiteX4-503" fmla="*/ 3481264 w 3505671"/>
              <a:gd name="connsiteY4-504" fmla="*/ 1452423 h 3082645"/>
              <a:gd name="connsiteX5-505" fmla="*/ 2694031 w 3505671"/>
              <a:gd name="connsiteY5-506" fmla="*/ 88887 h 3082645"/>
              <a:gd name="connsiteX6-507" fmla="*/ 2540061 w 3505671"/>
              <a:gd name="connsiteY6-508" fmla="*/ 0 h 3082645"/>
              <a:gd name="connsiteX7-509" fmla="*/ 965586 w 3505671"/>
              <a:gd name="connsiteY7-510" fmla="*/ 0 h 3082645"/>
              <a:gd name="connsiteX8-511" fmla="*/ 811633 w 3505671"/>
              <a:gd name="connsiteY8-512" fmla="*/ 88900 h 3082645"/>
              <a:gd name="connsiteX9-513" fmla="*/ 24400 w 3505671"/>
              <a:gd name="connsiteY9-514" fmla="*/ 1452436 h 3082645"/>
              <a:gd name="connsiteX10-515" fmla="*/ 24408 w 3505671"/>
              <a:gd name="connsiteY10-516" fmla="*/ 1630223 h 3082645"/>
              <a:gd name="connsiteX11-517" fmla="*/ 811641 w 3505671"/>
              <a:gd name="connsiteY11-518" fmla="*/ 2993759 h 3082645"/>
              <a:gd name="connsiteX12-519" fmla="*/ 965611 w 3505671"/>
              <a:gd name="connsiteY12-520" fmla="*/ 3082645 h 3082645"/>
              <a:gd name="connsiteX0-521" fmla="*/ 965611 w 3505671"/>
              <a:gd name="connsiteY0-522" fmla="*/ 3082645 h 3082645"/>
              <a:gd name="connsiteX1-523" fmla="*/ 2540085 w 3505671"/>
              <a:gd name="connsiteY1-524" fmla="*/ 3082645 h 3082645"/>
              <a:gd name="connsiteX2-525" fmla="*/ 2694038 w 3505671"/>
              <a:gd name="connsiteY2-526" fmla="*/ 2993745 h 3082645"/>
              <a:gd name="connsiteX3-527" fmla="*/ 3481271 w 3505671"/>
              <a:gd name="connsiteY3-528" fmla="*/ 1630209 h 3082645"/>
              <a:gd name="connsiteX4-529" fmla="*/ 3481264 w 3505671"/>
              <a:gd name="connsiteY4-530" fmla="*/ 1452423 h 3082645"/>
              <a:gd name="connsiteX5-531" fmla="*/ 2694031 w 3505671"/>
              <a:gd name="connsiteY5-532" fmla="*/ 88887 h 3082645"/>
              <a:gd name="connsiteX6-533" fmla="*/ 2540061 w 3505671"/>
              <a:gd name="connsiteY6-534" fmla="*/ 0 h 3082645"/>
              <a:gd name="connsiteX7-535" fmla="*/ 965586 w 3505671"/>
              <a:gd name="connsiteY7-536" fmla="*/ 0 h 3082645"/>
              <a:gd name="connsiteX8-537" fmla="*/ 811633 w 3505671"/>
              <a:gd name="connsiteY8-538" fmla="*/ 88900 h 3082645"/>
              <a:gd name="connsiteX9-539" fmla="*/ 24400 w 3505671"/>
              <a:gd name="connsiteY9-540" fmla="*/ 1452436 h 3082645"/>
              <a:gd name="connsiteX10-541" fmla="*/ 24408 w 3505671"/>
              <a:gd name="connsiteY10-542" fmla="*/ 1630223 h 3082645"/>
              <a:gd name="connsiteX11-543" fmla="*/ 811641 w 3505671"/>
              <a:gd name="connsiteY11-544" fmla="*/ 2993759 h 3082645"/>
              <a:gd name="connsiteX12-545" fmla="*/ 965611 w 3505671"/>
              <a:gd name="connsiteY12-546" fmla="*/ 3082645 h 3082645"/>
              <a:gd name="connsiteX0-547" fmla="*/ 965611 w 3505671"/>
              <a:gd name="connsiteY0-548" fmla="*/ 3082645 h 3082645"/>
              <a:gd name="connsiteX1-549" fmla="*/ 2540085 w 3505671"/>
              <a:gd name="connsiteY1-550" fmla="*/ 3082645 h 3082645"/>
              <a:gd name="connsiteX2-551" fmla="*/ 2694038 w 3505671"/>
              <a:gd name="connsiteY2-552" fmla="*/ 2993745 h 3082645"/>
              <a:gd name="connsiteX3-553" fmla="*/ 3481271 w 3505671"/>
              <a:gd name="connsiteY3-554" fmla="*/ 1630209 h 3082645"/>
              <a:gd name="connsiteX4-555" fmla="*/ 3481264 w 3505671"/>
              <a:gd name="connsiteY4-556" fmla="*/ 1452423 h 3082645"/>
              <a:gd name="connsiteX5-557" fmla="*/ 2694031 w 3505671"/>
              <a:gd name="connsiteY5-558" fmla="*/ 88887 h 3082645"/>
              <a:gd name="connsiteX6-559" fmla="*/ 2540061 w 3505671"/>
              <a:gd name="connsiteY6-560" fmla="*/ 0 h 3082645"/>
              <a:gd name="connsiteX7-561" fmla="*/ 965586 w 3505671"/>
              <a:gd name="connsiteY7-562" fmla="*/ 0 h 3082645"/>
              <a:gd name="connsiteX8-563" fmla="*/ 811633 w 3505671"/>
              <a:gd name="connsiteY8-564" fmla="*/ 88900 h 3082645"/>
              <a:gd name="connsiteX9-565" fmla="*/ 24400 w 3505671"/>
              <a:gd name="connsiteY9-566" fmla="*/ 1452436 h 3082645"/>
              <a:gd name="connsiteX10-567" fmla="*/ 24408 w 3505671"/>
              <a:gd name="connsiteY10-568" fmla="*/ 1630223 h 3082645"/>
              <a:gd name="connsiteX11-569" fmla="*/ 811641 w 3505671"/>
              <a:gd name="connsiteY11-570" fmla="*/ 2993759 h 3082645"/>
              <a:gd name="connsiteX12-571" fmla="*/ 965611 w 3505671"/>
              <a:gd name="connsiteY12-572" fmla="*/ 3082645 h 30826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05671" h="3082645">
                <a:moveTo>
                  <a:pt x="965611" y="3082645"/>
                </a:moveTo>
                <a:cubicBezTo>
                  <a:pt x="1030690" y="3082645"/>
                  <a:pt x="2475006" y="3082646"/>
                  <a:pt x="2540085" y="3082645"/>
                </a:cubicBezTo>
                <a:cubicBezTo>
                  <a:pt x="2605164" y="3082646"/>
                  <a:pt x="2661499" y="3050107"/>
                  <a:pt x="2694038" y="2993745"/>
                </a:cubicBezTo>
                <a:cubicBezTo>
                  <a:pt x="2726578" y="2937386"/>
                  <a:pt x="3448731" y="1686570"/>
                  <a:pt x="3481271" y="1630209"/>
                </a:cubicBezTo>
                <a:cubicBezTo>
                  <a:pt x="3513810" y="1573850"/>
                  <a:pt x="3513803" y="1508784"/>
                  <a:pt x="3481264" y="1452423"/>
                </a:cubicBezTo>
                <a:cubicBezTo>
                  <a:pt x="3448724" y="1396064"/>
                  <a:pt x="2726570" y="145248"/>
                  <a:pt x="2694031" y="88887"/>
                </a:cubicBezTo>
                <a:cubicBezTo>
                  <a:pt x="2661492" y="32528"/>
                  <a:pt x="2605139" y="1"/>
                  <a:pt x="2540061" y="0"/>
                </a:cubicBezTo>
                <a:cubicBezTo>
                  <a:pt x="2474982" y="1"/>
                  <a:pt x="1030665" y="1"/>
                  <a:pt x="965586" y="0"/>
                </a:cubicBezTo>
                <a:cubicBezTo>
                  <a:pt x="900507" y="1"/>
                  <a:pt x="844173" y="32540"/>
                  <a:pt x="811633" y="88900"/>
                </a:cubicBezTo>
                <a:cubicBezTo>
                  <a:pt x="779094" y="145261"/>
                  <a:pt x="56940" y="1396077"/>
                  <a:pt x="24400" y="1452436"/>
                </a:cubicBezTo>
                <a:cubicBezTo>
                  <a:pt x="-8139" y="1508797"/>
                  <a:pt x="-8132" y="1573863"/>
                  <a:pt x="24408" y="1630223"/>
                </a:cubicBezTo>
                <a:cubicBezTo>
                  <a:pt x="56947" y="1686584"/>
                  <a:pt x="779101" y="2937400"/>
                  <a:pt x="811641" y="2993759"/>
                </a:cubicBezTo>
                <a:cubicBezTo>
                  <a:pt x="844180" y="3050120"/>
                  <a:pt x="900532" y="3082645"/>
                  <a:pt x="965611" y="3082645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9017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00" b="1">
              <a:solidFill>
                <a:schemeClr val="lt1"/>
              </a:solidFill>
              <a:sym typeface="+mn-ea"/>
            </a:endParaRPr>
          </a:p>
        </p:txBody>
      </p:sp>
      <p:sp>
        <p:nvSpPr>
          <p:cNvPr id="19" name="任意多边形: 形状 14296"/>
          <p:cNvSpPr/>
          <p:nvPr>
            <p:custDataLst>
              <p:tags r:id="rId6"/>
            </p:custDataLst>
          </p:nvPr>
        </p:nvSpPr>
        <p:spPr>
          <a:xfrm rot="1800000">
            <a:off x="8017277" y="1890755"/>
            <a:ext cx="604768" cy="531972"/>
          </a:xfrm>
          <a:custGeom>
            <a:avLst/>
            <a:gdLst>
              <a:gd name="connsiteX0" fmla="*/ 950601 w 3475650"/>
              <a:gd name="connsiteY0" fmla="*/ 3082645 h 3082645"/>
              <a:gd name="connsiteX1" fmla="*/ 2525075 w 3475650"/>
              <a:gd name="connsiteY1" fmla="*/ 3082645 h 3082645"/>
              <a:gd name="connsiteX2" fmla="*/ 2679028 w 3475650"/>
              <a:gd name="connsiteY2" fmla="*/ 2993745 h 3082645"/>
              <a:gd name="connsiteX3" fmla="*/ 3466261 w 3475650"/>
              <a:gd name="connsiteY3" fmla="*/ 1630209 h 3082645"/>
              <a:gd name="connsiteX4" fmla="*/ 3466254 w 3475650"/>
              <a:gd name="connsiteY4" fmla="*/ 1452423 h 3082645"/>
              <a:gd name="connsiteX5" fmla="*/ 2679021 w 3475650"/>
              <a:gd name="connsiteY5" fmla="*/ 88887 h 3082645"/>
              <a:gd name="connsiteX6" fmla="*/ 2525051 w 3475650"/>
              <a:gd name="connsiteY6" fmla="*/ 0 h 3082645"/>
              <a:gd name="connsiteX7" fmla="*/ 950576 w 3475650"/>
              <a:gd name="connsiteY7" fmla="*/ 0 h 3082645"/>
              <a:gd name="connsiteX8" fmla="*/ 796623 w 3475650"/>
              <a:gd name="connsiteY8" fmla="*/ 88900 h 3082645"/>
              <a:gd name="connsiteX9" fmla="*/ 9390 w 3475650"/>
              <a:gd name="connsiteY9" fmla="*/ 1452436 h 3082645"/>
              <a:gd name="connsiteX10" fmla="*/ 9398 w 3475650"/>
              <a:gd name="connsiteY10" fmla="*/ 1630223 h 3082645"/>
              <a:gd name="connsiteX11" fmla="*/ 796631 w 3475650"/>
              <a:gd name="connsiteY11" fmla="*/ 2993759 h 3082645"/>
              <a:gd name="connsiteX12" fmla="*/ 950601 w 3475650"/>
              <a:gd name="connsiteY12" fmla="*/ 3082645 h 3082645"/>
              <a:gd name="connsiteX0-1" fmla="*/ 950601 w 3475650"/>
              <a:gd name="connsiteY0-2" fmla="*/ 3082645 h 3082645"/>
              <a:gd name="connsiteX1-3" fmla="*/ 2525075 w 3475650"/>
              <a:gd name="connsiteY1-4" fmla="*/ 3082645 h 3082645"/>
              <a:gd name="connsiteX2-5" fmla="*/ 2679028 w 3475650"/>
              <a:gd name="connsiteY2-6" fmla="*/ 2993745 h 3082645"/>
              <a:gd name="connsiteX3-7" fmla="*/ 3466261 w 3475650"/>
              <a:gd name="connsiteY3-8" fmla="*/ 1630209 h 3082645"/>
              <a:gd name="connsiteX4-9" fmla="*/ 3466254 w 3475650"/>
              <a:gd name="connsiteY4-10" fmla="*/ 1452423 h 3082645"/>
              <a:gd name="connsiteX5-11" fmla="*/ 2679021 w 3475650"/>
              <a:gd name="connsiteY5-12" fmla="*/ 88887 h 3082645"/>
              <a:gd name="connsiteX6-13" fmla="*/ 2525051 w 3475650"/>
              <a:gd name="connsiteY6-14" fmla="*/ 0 h 3082645"/>
              <a:gd name="connsiteX7-15" fmla="*/ 950576 w 3475650"/>
              <a:gd name="connsiteY7-16" fmla="*/ 0 h 3082645"/>
              <a:gd name="connsiteX8-17" fmla="*/ 796623 w 3475650"/>
              <a:gd name="connsiteY8-18" fmla="*/ 88900 h 3082645"/>
              <a:gd name="connsiteX9-19" fmla="*/ 9390 w 3475650"/>
              <a:gd name="connsiteY9-20" fmla="*/ 1452436 h 3082645"/>
              <a:gd name="connsiteX10-21" fmla="*/ 9398 w 3475650"/>
              <a:gd name="connsiteY10-22" fmla="*/ 1630223 h 3082645"/>
              <a:gd name="connsiteX11-23" fmla="*/ 796631 w 3475650"/>
              <a:gd name="connsiteY11-24" fmla="*/ 2993759 h 3082645"/>
              <a:gd name="connsiteX12-25" fmla="*/ 950601 w 3475650"/>
              <a:gd name="connsiteY12-26" fmla="*/ 3082645 h 3082645"/>
              <a:gd name="connsiteX0-27" fmla="*/ 950601 w 3475650"/>
              <a:gd name="connsiteY0-28" fmla="*/ 3082645 h 3082645"/>
              <a:gd name="connsiteX1-29" fmla="*/ 2525075 w 3475650"/>
              <a:gd name="connsiteY1-30" fmla="*/ 3082645 h 3082645"/>
              <a:gd name="connsiteX2-31" fmla="*/ 2679028 w 3475650"/>
              <a:gd name="connsiteY2-32" fmla="*/ 2993745 h 3082645"/>
              <a:gd name="connsiteX3-33" fmla="*/ 3466261 w 3475650"/>
              <a:gd name="connsiteY3-34" fmla="*/ 1630209 h 3082645"/>
              <a:gd name="connsiteX4-35" fmla="*/ 3466254 w 3475650"/>
              <a:gd name="connsiteY4-36" fmla="*/ 1452423 h 3082645"/>
              <a:gd name="connsiteX5-37" fmla="*/ 2679021 w 3475650"/>
              <a:gd name="connsiteY5-38" fmla="*/ 88887 h 3082645"/>
              <a:gd name="connsiteX6-39" fmla="*/ 2525051 w 3475650"/>
              <a:gd name="connsiteY6-40" fmla="*/ 0 h 3082645"/>
              <a:gd name="connsiteX7-41" fmla="*/ 950576 w 3475650"/>
              <a:gd name="connsiteY7-42" fmla="*/ 0 h 3082645"/>
              <a:gd name="connsiteX8-43" fmla="*/ 796623 w 3475650"/>
              <a:gd name="connsiteY8-44" fmla="*/ 88900 h 3082645"/>
              <a:gd name="connsiteX9-45" fmla="*/ 9390 w 3475650"/>
              <a:gd name="connsiteY9-46" fmla="*/ 1452436 h 3082645"/>
              <a:gd name="connsiteX10-47" fmla="*/ 9398 w 3475650"/>
              <a:gd name="connsiteY10-48" fmla="*/ 1630223 h 3082645"/>
              <a:gd name="connsiteX11-49" fmla="*/ 796631 w 3475650"/>
              <a:gd name="connsiteY11-50" fmla="*/ 2993759 h 3082645"/>
              <a:gd name="connsiteX12-51" fmla="*/ 950601 w 3475650"/>
              <a:gd name="connsiteY12-52" fmla="*/ 3082645 h 3082645"/>
              <a:gd name="connsiteX0-53" fmla="*/ 950601 w 3475650"/>
              <a:gd name="connsiteY0-54" fmla="*/ 3082645 h 3082645"/>
              <a:gd name="connsiteX1-55" fmla="*/ 2525075 w 3475650"/>
              <a:gd name="connsiteY1-56" fmla="*/ 3082645 h 3082645"/>
              <a:gd name="connsiteX2-57" fmla="*/ 2679028 w 3475650"/>
              <a:gd name="connsiteY2-58" fmla="*/ 2993745 h 3082645"/>
              <a:gd name="connsiteX3-59" fmla="*/ 3466261 w 3475650"/>
              <a:gd name="connsiteY3-60" fmla="*/ 1630209 h 3082645"/>
              <a:gd name="connsiteX4-61" fmla="*/ 3466254 w 3475650"/>
              <a:gd name="connsiteY4-62" fmla="*/ 1452423 h 3082645"/>
              <a:gd name="connsiteX5-63" fmla="*/ 2679021 w 3475650"/>
              <a:gd name="connsiteY5-64" fmla="*/ 88887 h 3082645"/>
              <a:gd name="connsiteX6-65" fmla="*/ 2525051 w 3475650"/>
              <a:gd name="connsiteY6-66" fmla="*/ 0 h 3082645"/>
              <a:gd name="connsiteX7-67" fmla="*/ 950576 w 3475650"/>
              <a:gd name="connsiteY7-68" fmla="*/ 0 h 3082645"/>
              <a:gd name="connsiteX8-69" fmla="*/ 796623 w 3475650"/>
              <a:gd name="connsiteY8-70" fmla="*/ 88900 h 3082645"/>
              <a:gd name="connsiteX9-71" fmla="*/ 9390 w 3475650"/>
              <a:gd name="connsiteY9-72" fmla="*/ 1452436 h 3082645"/>
              <a:gd name="connsiteX10-73" fmla="*/ 9398 w 3475650"/>
              <a:gd name="connsiteY10-74" fmla="*/ 1630223 h 3082645"/>
              <a:gd name="connsiteX11-75" fmla="*/ 796631 w 3475650"/>
              <a:gd name="connsiteY11-76" fmla="*/ 2993759 h 3082645"/>
              <a:gd name="connsiteX12-77" fmla="*/ 950601 w 3475650"/>
              <a:gd name="connsiteY12-78" fmla="*/ 3082645 h 3082645"/>
              <a:gd name="connsiteX0-79" fmla="*/ 950601 w 3475650"/>
              <a:gd name="connsiteY0-80" fmla="*/ 3082645 h 3082645"/>
              <a:gd name="connsiteX1-81" fmla="*/ 2525075 w 3475650"/>
              <a:gd name="connsiteY1-82" fmla="*/ 3082645 h 3082645"/>
              <a:gd name="connsiteX2-83" fmla="*/ 2679028 w 3475650"/>
              <a:gd name="connsiteY2-84" fmla="*/ 2993745 h 3082645"/>
              <a:gd name="connsiteX3-85" fmla="*/ 3466261 w 3475650"/>
              <a:gd name="connsiteY3-86" fmla="*/ 1630209 h 3082645"/>
              <a:gd name="connsiteX4-87" fmla="*/ 3466254 w 3475650"/>
              <a:gd name="connsiteY4-88" fmla="*/ 1452423 h 3082645"/>
              <a:gd name="connsiteX5-89" fmla="*/ 2679021 w 3475650"/>
              <a:gd name="connsiteY5-90" fmla="*/ 88887 h 3082645"/>
              <a:gd name="connsiteX6-91" fmla="*/ 2525051 w 3475650"/>
              <a:gd name="connsiteY6-92" fmla="*/ 0 h 3082645"/>
              <a:gd name="connsiteX7-93" fmla="*/ 950576 w 3475650"/>
              <a:gd name="connsiteY7-94" fmla="*/ 0 h 3082645"/>
              <a:gd name="connsiteX8-95" fmla="*/ 796623 w 3475650"/>
              <a:gd name="connsiteY8-96" fmla="*/ 88900 h 3082645"/>
              <a:gd name="connsiteX9-97" fmla="*/ 9390 w 3475650"/>
              <a:gd name="connsiteY9-98" fmla="*/ 1452436 h 3082645"/>
              <a:gd name="connsiteX10-99" fmla="*/ 9398 w 3475650"/>
              <a:gd name="connsiteY10-100" fmla="*/ 1630223 h 3082645"/>
              <a:gd name="connsiteX11-101" fmla="*/ 796631 w 3475650"/>
              <a:gd name="connsiteY11-102" fmla="*/ 2993759 h 3082645"/>
              <a:gd name="connsiteX12-103" fmla="*/ 950601 w 3475650"/>
              <a:gd name="connsiteY12-104" fmla="*/ 3082645 h 3082645"/>
              <a:gd name="connsiteX0-105" fmla="*/ 950601 w 3475650"/>
              <a:gd name="connsiteY0-106" fmla="*/ 3082645 h 3082645"/>
              <a:gd name="connsiteX1-107" fmla="*/ 2525075 w 3475650"/>
              <a:gd name="connsiteY1-108" fmla="*/ 3082645 h 3082645"/>
              <a:gd name="connsiteX2-109" fmla="*/ 2679028 w 3475650"/>
              <a:gd name="connsiteY2-110" fmla="*/ 2993745 h 3082645"/>
              <a:gd name="connsiteX3-111" fmla="*/ 3466261 w 3475650"/>
              <a:gd name="connsiteY3-112" fmla="*/ 1630209 h 3082645"/>
              <a:gd name="connsiteX4-113" fmla="*/ 3466254 w 3475650"/>
              <a:gd name="connsiteY4-114" fmla="*/ 1452423 h 3082645"/>
              <a:gd name="connsiteX5-115" fmla="*/ 2679021 w 3475650"/>
              <a:gd name="connsiteY5-116" fmla="*/ 88887 h 3082645"/>
              <a:gd name="connsiteX6-117" fmla="*/ 2525051 w 3475650"/>
              <a:gd name="connsiteY6-118" fmla="*/ 0 h 3082645"/>
              <a:gd name="connsiteX7-119" fmla="*/ 950576 w 3475650"/>
              <a:gd name="connsiteY7-120" fmla="*/ 0 h 3082645"/>
              <a:gd name="connsiteX8-121" fmla="*/ 796623 w 3475650"/>
              <a:gd name="connsiteY8-122" fmla="*/ 88900 h 3082645"/>
              <a:gd name="connsiteX9-123" fmla="*/ 9390 w 3475650"/>
              <a:gd name="connsiteY9-124" fmla="*/ 1452436 h 3082645"/>
              <a:gd name="connsiteX10-125" fmla="*/ 9398 w 3475650"/>
              <a:gd name="connsiteY10-126" fmla="*/ 1630223 h 3082645"/>
              <a:gd name="connsiteX11-127" fmla="*/ 796631 w 3475650"/>
              <a:gd name="connsiteY11-128" fmla="*/ 2993759 h 3082645"/>
              <a:gd name="connsiteX12-129" fmla="*/ 950601 w 3475650"/>
              <a:gd name="connsiteY12-130" fmla="*/ 3082645 h 3082645"/>
              <a:gd name="connsiteX0-131" fmla="*/ 950601 w 3475653"/>
              <a:gd name="connsiteY0-132" fmla="*/ 3082645 h 3082645"/>
              <a:gd name="connsiteX1-133" fmla="*/ 2525075 w 3475653"/>
              <a:gd name="connsiteY1-134" fmla="*/ 3082645 h 3082645"/>
              <a:gd name="connsiteX2-135" fmla="*/ 2679028 w 3475653"/>
              <a:gd name="connsiteY2-136" fmla="*/ 2993745 h 3082645"/>
              <a:gd name="connsiteX3-137" fmla="*/ 3466261 w 3475653"/>
              <a:gd name="connsiteY3-138" fmla="*/ 1630209 h 3082645"/>
              <a:gd name="connsiteX4-139" fmla="*/ 3466254 w 3475653"/>
              <a:gd name="connsiteY4-140" fmla="*/ 1452423 h 3082645"/>
              <a:gd name="connsiteX5-141" fmla="*/ 2679021 w 3475653"/>
              <a:gd name="connsiteY5-142" fmla="*/ 88887 h 3082645"/>
              <a:gd name="connsiteX6-143" fmla="*/ 2525051 w 3475653"/>
              <a:gd name="connsiteY6-144" fmla="*/ 0 h 3082645"/>
              <a:gd name="connsiteX7-145" fmla="*/ 950576 w 3475653"/>
              <a:gd name="connsiteY7-146" fmla="*/ 0 h 3082645"/>
              <a:gd name="connsiteX8-147" fmla="*/ 796623 w 3475653"/>
              <a:gd name="connsiteY8-148" fmla="*/ 88900 h 3082645"/>
              <a:gd name="connsiteX9-149" fmla="*/ 9390 w 3475653"/>
              <a:gd name="connsiteY9-150" fmla="*/ 1452436 h 3082645"/>
              <a:gd name="connsiteX10-151" fmla="*/ 9398 w 3475653"/>
              <a:gd name="connsiteY10-152" fmla="*/ 1630223 h 3082645"/>
              <a:gd name="connsiteX11-153" fmla="*/ 796631 w 3475653"/>
              <a:gd name="connsiteY11-154" fmla="*/ 2993759 h 3082645"/>
              <a:gd name="connsiteX12-155" fmla="*/ 950601 w 3475653"/>
              <a:gd name="connsiteY12-156" fmla="*/ 3082645 h 3082645"/>
              <a:gd name="connsiteX0-157" fmla="*/ 950601 w 3490661"/>
              <a:gd name="connsiteY0-158" fmla="*/ 3082645 h 3082645"/>
              <a:gd name="connsiteX1-159" fmla="*/ 2525075 w 3490661"/>
              <a:gd name="connsiteY1-160" fmla="*/ 3082645 h 3082645"/>
              <a:gd name="connsiteX2-161" fmla="*/ 2679028 w 3490661"/>
              <a:gd name="connsiteY2-162" fmla="*/ 2993745 h 3082645"/>
              <a:gd name="connsiteX3-163" fmla="*/ 3466261 w 3490661"/>
              <a:gd name="connsiteY3-164" fmla="*/ 1630209 h 3082645"/>
              <a:gd name="connsiteX4-165" fmla="*/ 3466254 w 3490661"/>
              <a:gd name="connsiteY4-166" fmla="*/ 1452423 h 3082645"/>
              <a:gd name="connsiteX5-167" fmla="*/ 2679021 w 3490661"/>
              <a:gd name="connsiteY5-168" fmla="*/ 88887 h 3082645"/>
              <a:gd name="connsiteX6-169" fmla="*/ 2525051 w 3490661"/>
              <a:gd name="connsiteY6-170" fmla="*/ 0 h 3082645"/>
              <a:gd name="connsiteX7-171" fmla="*/ 950576 w 3490661"/>
              <a:gd name="connsiteY7-172" fmla="*/ 0 h 3082645"/>
              <a:gd name="connsiteX8-173" fmla="*/ 796623 w 3490661"/>
              <a:gd name="connsiteY8-174" fmla="*/ 88900 h 3082645"/>
              <a:gd name="connsiteX9-175" fmla="*/ 9390 w 3490661"/>
              <a:gd name="connsiteY9-176" fmla="*/ 1452436 h 3082645"/>
              <a:gd name="connsiteX10-177" fmla="*/ 9398 w 3490661"/>
              <a:gd name="connsiteY10-178" fmla="*/ 1630223 h 3082645"/>
              <a:gd name="connsiteX11-179" fmla="*/ 796631 w 3490661"/>
              <a:gd name="connsiteY11-180" fmla="*/ 2993759 h 3082645"/>
              <a:gd name="connsiteX12-181" fmla="*/ 950601 w 3490661"/>
              <a:gd name="connsiteY12-182" fmla="*/ 3082645 h 3082645"/>
              <a:gd name="connsiteX0-183" fmla="*/ 950601 w 3490661"/>
              <a:gd name="connsiteY0-184" fmla="*/ 3082645 h 3082645"/>
              <a:gd name="connsiteX1-185" fmla="*/ 2525075 w 3490661"/>
              <a:gd name="connsiteY1-186" fmla="*/ 3082645 h 3082645"/>
              <a:gd name="connsiteX2-187" fmla="*/ 2679028 w 3490661"/>
              <a:gd name="connsiteY2-188" fmla="*/ 2993745 h 3082645"/>
              <a:gd name="connsiteX3-189" fmla="*/ 3466261 w 3490661"/>
              <a:gd name="connsiteY3-190" fmla="*/ 1630209 h 3082645"/>
              <a:gd name="connsiteX4-191" fmla="*/ 3466254 w 3490661"/>
              <a:gd name="connsiteY4-192" fmla="*/ 1452423 h 3082645"/>
              <a:gd name="connsiteX5-193" fmla="*/ 2679021 w 3490661"/>
              <a:gd name="connsiteY5-194" fmla="*/ 88887 h 3082645"/>
              <a:gd name="connsiteX6-195" fmla="*/ 2525051 w 3490661"/>
              <a:gd name="connsiteY6-196" fmla="*/ 0 h 3082645"/>
              <a:gd name="connsiteX7-197" fmla="*/ 950576 w 3490661"/>
              <a:gd name="connsiteY7-198" fmla="*/ 0 h 3082645"/>
              <a:gd name="connsiteX8-199" fmla="*/ 796623 w 3490661"/>
              <a:gd name="connsiteY8-200" fmla="*/ 88900 h 3082645"/>
              <a:gd name="connsiteX9-201" fmla="*/ 9390 w 3490661"/>
              <a:gd name="connsiteY9-202" fmla="*/ 1452436 h 3082645"/>
              <a:gd name="connsiteX10-203" fmla="*/ 9398 w 3490661"/>
              <a:gd name="connsiteY10-204" fmla="*/ 1630223 h 3082645"/>
              <a:gd name="connsiteX11-205" fmla="*/ 796631 w 3490661"/>
              <a:gd name="connsiteY11-206" fmla="*/ 2993759 h 3082645"/>
              <a:gd name="connsiteX12-207" fmla="*/ 950601 w 3490661"/>
              <a:gd name="connsiteY12-208" fmla="*/ 3082645 h 3082645"/>
              <a:gd name="connsiteX0-209" fmla="*/ 950601 w 3490661"/>
              <a:gd name="connsiteY0-210" fmla="*/ 3082645 h 3082645"/>
              <a:gd name="connsiteX1-211" fmla="*/ 2525075 w 3490661"/>
              <a:gd name="connsiteY1-212" fmla="*/ 3082645 h 3082645"/>
              <a:gd name="connsiteX2-213" fmla="*/ 2679028 w 3490661"/>
              <a:gd name="connsiteY2-214" fmla="*/ 2993745 h 3082645"/>
              <a:gd name="connsiteX3-215" fmla="*/ 3466261 w 3490661"/>
              <a:gd name="connsiteY3-216" fmla="*/ 1630209 h 3082645"/>
              <a:gd name="connsiteX4-217" fmla="*/ 3466254 w 3490661"/>
              <a:gd name="connsiteY4-218" fmla="*/ 1452423 h 3082645"/>
              <a:gd name="connsiteX5-219" fmla="*/ 2679021 w 3490661"/>
              <a:gd name="connsiteY5-220" fmla="*/ 88887 h 3082645"/>
              <a:gd name="connsiteX6-221" fmla="*/ 2525051 w 3490661"/>
              <a:gd name="connsiteY6-222" fmla="*/ 0 h 3082645"/>
              <a:gd name="connsiteX7-223" fmla="*/ 950576 w 3490661"/>
              <a:gd name="connsiteY7-224" fmla="*/ 0 h 3082645"/>
              <a:gd name="connsiteX8-225" fmla="*/ 796623 w 3490661"/>
              <a:gd name="connsiteY8-226" fmla="*/ 88900 h 3082645"/>
              <a:gd name="connsiteX9-227" fmla="*/ 9390 w 3490661"/>
              <a:gd name="connsiteY9-228" fmla="*/ 1452436 h 3082645"/>
              <a:gd name="connsiteX10-229" fmla="*/ 9398 w 3490661"/>
              <a:gd name="connsiteY10-230" fmla="*/ 1630223 h 3082645"/>
              <a:gd name="connsiteX11-231" fmla="*/ 796631 w 3490661"/>
              <a:gd name="connsiteY11-232" fmla="*/ 2993759 h 3082645"/>
              <a:gd name="connsiteX12-233" fmla="*/ 950601 w 3490661"/>
              <a:gd name="connsiteY12-234" fmla="*/ 3082645 h 3082645"/>
              <a:gd name="connsiteX0-235" fmla="*/ 950601 w 3490661"/>
              <a:gd name="connsiteY0-236" fmla="*/ 3082645 h 3082645"/>
              <a:gd name="connsiteX1-237" fmla="*/ 2525075 w 3490661"/>
              <a:gd name="connsiteY1-238" fmla="*/ 3082645 h 3082645"/>
              <a:gd name="connsiteX2-239" fmla="*/ 2679028 w 3490661"/>
              <a:gd name="connsiteY2-240" fmla="*/ 2993745 h 3082645"/>
              <a:gd name="connsiteX3-241" fmla="*/ 3466261 w 3490661"/>
              <a:gd name="connsiteY3-242" fmla="*/ 1630209 h 3082645"/>
              <a:gd name="connsiteX4-243" fmla="*/ 3466254 w 3490661"/>
              <a:gd name="connsiteY4-244" fmla="*/ 1452423 h 3082645"/>
              <a:gd name="connsiteX5-245" fmla="*/ 2679021 w 3490661"/>
              <a:gd name="connsiteY5-246" fmla="*/ 88887 h 3082645"/>
              <a:gd name="connsiteX6-247" fmla="*/ 2525051 w 3490661"/>
              <a:gd name="connsiteY6-248" fmla="*/ 0 h 3082645"/>
              <a:gd name="connsiteX7-249" fmla="*/ 950576 w 3490661"/>
              <a:gd name="connsiteY7-250" fmla="*/ 0 h 3082645"/>
              <a:gd name="connsiteX8-251" fmla="*/ 796623 w 3490661"/>
              <a:gd name="connsiteY8-252" fmla="*/ 88900 h 3082645"/>
              <a:gd name="connsiteX9-253" fmla="*/ 9390 w 3490661"/>
              <a:gd name="connsiteY9-254" fmla="*/ 1452436 h 3082645"/>
              <a:gd name="connsiteX10-255" fmla="*/ 9398 w 3490661"/>
              <a:gd name="connsiteY10-256" fmla="*/ 1630223 h 3082645"/>
              <a:gd name="connsiteX11-257" fmla="*/ 796631 w 3490661"/>
              <a:gd name="connsiteY11-258" fmla="*/ 2993759 h 3082645"/>
              <a:gd name="connsiteX12-259" fmla="*/ 950601 w 3490661"/>
              <a:gd name="connsiteY12-260" fmla="*/ 3082645 h 3082645"/>
              <a:gd name="connsiteX0-261" fmla="*/ 950601 w 3490661"/>
              <a:gd name="connsiteY0-262" fmla="*/ 3082645 h 3082645"/>
              <a:gd name="connsiteX1-263" fmla="*/ 2525075 w 3490661"/>
              <a:gd name="connsiteY1-264" fmla="*/ 3082645 h 3082645"/>
              <a:gd name="connsiteX2-265" fmla="*/ 2679028 w 3490661"/>
              <a:gd name="connsiteY2-266" fmla="*/ 2993745 h 3082645"/>
              <a:gd name="connsiteX3-267" fmla="*/ 3466261 w 3490661"/>
              <a:gd name="connsiteY3-268" fmla="*/ 1630209 h 3082645"/>
              <a:gd name="connsiteX4-269" fmla="*/ 3466254 w 3490661"/>
              <a:gd name="connsiteY4-270" fmla="*/ 1452423 h 3082645"/>
              <a:gd name="connsiteX5-271" fmla="*/ 2679021 w 3490661"/>
              <a:gd name="connsiteY5-272" fmla="*/ 88887 h 3082645"/>
              <a:gd name="connsiteX6-273" fmla="*/ 2525051 w 3490661"/>
              <a:gd name="connsiteY6-274" fmla="*/ 0 h 3082645"/>
              <a:gd name="connsiteX7-275" fmla="*/ 950576 w 3490661"/>
              <a:gd name="connsiteY7-276" fmla="*/ 0 h 3082645"/>
              <a:gd name="connsiteX8-277" fmla="*/ 796623 w 3490661"/>
              <a:gd name="connsiteY8-278" fmla="*/ 88900 h 3082645"/>
              <a:gd name="connsiteX9-279" fmla="*/ 9390 w 3490661"/>
              <a:gd name="connsiteY9-280" fmla="*/ 1452436 h 3082645"/>
              <a:gd name="connsiteX10-281" fmla="*/ 9398 w 3490661"/>
              <a:gd name="connsiteY10-282" fmla="*/ 1630223 h 3082645"/>
              <a:gd name="connsiteX11-283" fmla="*/ 796631 w 3490661"/>
              <a:gd name="connsiteY11-284" fmla="*/ 2993759 h 3082645"/>
              <a:gd name="connsiteX12-285" fmla="*/ 950601 w 3490661"/>
              <a:gd name="connsiteY12-286" fmla="*/ 3082645 h 3082645"/>
              <a:gd name="connsiteX0-287" fmla="*/ 950601 w 3490661"/>
              <a:gd name="connsiteY0-288" fmla="*/ 3082645 h 3082645"/>
              <a:gd name="connsiteX1-289" fmla="*/ 2525075 w 3490661"/>
              <a:gd name="connsiteY1-290" fmla="*/ 3082645 h 3082645"/>
              <a:gd name="connsiteX2-291" fmla="*/ 2679028 w 3490661"/>
              <a:gd name="connsiteY2-292" fmla="*/ 2993745 h 3082645"/>
              <a:gd name="connsiteX3-293" fmla="*/ 3466261 w 3490661"/>
              <a:gd name="connsiteY3-294" fmla="*/ 1630209 h 3082645"/>
              <a:gd name="connsiteX4-295" fmla="*/ 3466254 w 3490661"/>
              <a:gd name="connsiteY4-296" fmla="*/ 1452423 h 3082645"/>
              <a:gd name="connsiteX5-297" fmla="*/ 2679021 w 3490661"/>
              <a:gd name="connsiteY5-298" fmla="*/ 88887 h 3082645"/>
              <a:gd name="connsiteX6-299" fmla="*/ 2525051 w 3490661"/>
              <a:gd name="connsiteY6-300" fmla="*/ 0 h 3082645"/>
              <a:gd name="connsiteX7-301" fmla="*/ 950576 w 3490661"/>
              <a:gd name="connsiteY7-302" fmla="*/ 0 h 3082645"/>
              <a:gd name="connsiteX8-303" fmla="*/ 796623 w 3490661"/>
              <a:gd name="connsiteY8-304" fmla="*/ 88900 h 3082645"/>
              <a:gd name="connsiteX9-305" fmla="*/ 9390 w 3490661"/>
              <a:gd name="connsiteY9-306" fmla="*/ 1452436 h 3082645"/>
              <a:gd name="connsiteX10-307" fmla="*/ 9398 w 3490661"/>
              <a:gd name="connsiteY10-308" fmla="*/ 1630223 h 3082645"/>
              <a:gd name="connsiteX11-309" fmla="*/ 796631 w 3490661"/>
              <a:gd name="connsiteY11-310" fmla="*/ 2993759 h 3082645"/>
              <a:gd name="connsiteX12-311" fmla="*/ 950601 w 3490661"/>
              <a:gd name="connsiteY12-312" fmla="*/ 3082645 h 3082645"/>
              <a:gd name="connsiteX0-313" fmla="*/ 950601 w 3490661"/>
              <a:gd name="connsiteY0-314" fmla="*/ 3082645 h 3082645"/>
              <a:gd name="connsiteX1-315" fmla="*/ 2525075 w 3490661"/>
              <a:gd name="connsiteY1-316" fmla="*/ 3082645 h 3082645"/>
              <a:gd name="connsiteX2-317" fmla="*/ 2679028 w 3490661"/>
              <a:gd name="connsiteY2-318" fmla="*/ 2993745 h 3082645"/>
              <a:gd name="connsiteX3-319" fmla="*/ 3466261 w 3490661"/>
              <a:gd name="connsiteY3-320" fmla="*/ 1630209 h 3082645"/>
              <a:gd name="connsiteX4-321" fmla="*/ 3466254 w 3490661"/>
              <a:gd name="connsiteY4-322" fmla="*/ 1452423 h 3082645"/>
              <a:gd name="connsiteX5-323" fmla="*/ 2679021 w 3490661"/>
              <a:gd name="connsiteY5-324" fmla="*/ 88887 h 3082645"/>
              <a:gd name="connsiteX6-325" fmla="*/ 2525051 w 3490661"/>
              <a:gd name="connsiteY6-326" fmla="*/ 0 h 3082645"/>
              <a:gd name="connsiteX7-327" fmla="*/ 950576 w 3490661"/>
              <a:gd name="connsiteY7-328" fmla="*/ 0 h 3082645"/>
              <a:gd name="connsiteX8-329" fmla="*/ 796623 w 3490661"/>
              <a:gd name="connsiteY8-330" fmla="*/ 88900 h 3082645"/>
              <a:gd name="connsiteX9-331" fmla="*/ 9390 w 3490661"/>
              <a:gd name="connsiteY9-332" fmla="*/ 1452436 h 3082645"/>
              <a:gd name="connsiteX10-333" fmla="*/ 9398 w 3490661"/>
              <a:gd name="connsiteY10-334" fmla="*/ 1630223 h 3082645"/>
              <a:gd name="connsiteX11-335" fmla="*/ 796631 w 3490661"/>
              <a:gd name="connsiteY11-336" fmla="*/ 2993759 h 3082645"/>
              <a:gd name="connsiteX12-337" fmla="*/ 950601 w 3490661"/>
              <a:gd name="connsiteY12-338" fmla="*/ 3082645 h 3082645"/>
              <a:gd name="connsiteX0-339" fmla="*/ 950601 w 3490661"/>
              <a:gd name="connsiteY0-340" fmla="*/ 3082645 h 3082645"/>
              <a:gd name="connsiteX1-341" fmla="*/ 2525075 w 3490661"/>
              <a:gd name="connsiteY1-342" fmla="*/ 3082645 h 3082645"/>
              <a:gd name="connsiteX2-343" fmla="*/ 2679028 w 3490661"/>
              <a:gd name="connsiteY2-344" fmla="*/ 2993745 h 3082645"/>
              <a:gd name="connsiteX3-345" fmla="*/ 3466261 w 3490661"/>
              <a:gd name="connsiteY3-346" fmla="*/ 1630209 h 3082645"/>
              <a:gd name="connsiteX4-347" fmla="*/ 3466254 w 3490661"/>
              <a:gd name="connsiteY4-348" fmla="*/ 1452423 h 3082645"/>
              <a:gd name="connsiteX5-349" fmla="*/ 2679021 w 3490661"/>
              <a:gd name="connsiteY5-350" fmla="*/ 88887 h 3082645"/>
              <a:gd name="connsiteX6-351" fmla="*/ 2525051 w 3490661"/>
              <a:gd name="connsiteY6-352" fmla="*/ 0 h 3082645"/>
              <a:gd name="connsiteX7-353" fmla="*/ 950576 w 3490661"/>
              <a:gd name="connsiteY7-354" fmla="*/ 0 h 3082645"/>
              <a:gd name="connsiteX8-355" fmla="*/ 796623 w 3490661"/>
              <a:gd name="connsiteY8-356" fmla="*/ 88900 h 3082645"/>
              <a:gd name="connsiteX9-357" fmla="*/ 9390 w 3490661"/>
              <a:gd name="connsiteY9-358" fmla="*/ 1452436 h 3082645"/>
              <a:gd name="connsiteX10-359" fmla="*/ 9398 w 3490661"/>
              <a:gd name="connsiteY10-360" fmla="*/ 1630223 h 3082645"/>
              <a:gd name="connsiteX11-361" fmla="*/ 796631 w 3490661"/>
              <a:gd name="connsiteY11-362" fmla="*/ 2993759 h 3082645"/>
              <a:gd name="connsiteX12-363" fmla="*/ 950601 w 3490661"/>
              <a:gd name="connsiteY12-364" fmla="*/ 3082645 h 3082645"/>
              <a:gd name="connsiteX0-365" fmla="*/ 950601 w 3490661"/>
              <a:gd name="connsiteY0-366" fmla="*/ 3082645 h 3082645"/>
              <a:gd name="connsiteX1-367" fmla="*/ 2525075 w 3490661"/>
              <a:gd name="connsiteY1-368" fmla="*/ 3082645 h 3082645"/>
              <a:gd name="connsiteX2-369" fmla="*/ 2679028 w 3490661"/>
              <a:gd name="connsiteY2-370" fmla="*/ 2993745 h 3082645"/>
              <a:gd name="connsiteX3-371" fmla="*/ 3466261 w 3490661"/>
              <a:gd name="connsiteY3-372" fmla="*/ 1630209 h 3082645"/>
              <a:gd name="connsiteX4-373" fmla="*/ 3466254 w 3490661"/>
              <a:gd name="connsiteY4-374" fmla="*/ 1452423 h 3082645"/>
              <a:gd name="connsiteX5-375" fmla="*/ 2679021 w 3490661"/>
              <a:gd name="connsiteY5-376" fmla="*/ 88887 h 3082645"/>
              <a:gd name="connsiteX6-377" fmla="*/ 2525051 w 3490661"/>
              <a:gd name="connsiteY6-378" fmla="*/ 0 h 3082645"/>
              <a:gd name="connsiteX7-379" fmla="*/ 950576 w 3490661"/>
              <a:gd name="connsiteY7-380" fmla="*/ 0 h 3082645"/>
              <a:gd name="connsiteX8-381" fmla="*/ 796623 w 3490661"/>
              <a:gd name="connsiteY8-382" fmla="*/ 88900 h 3082645"/>
              <a:gd name="connsiteX9-383" fmla="*/ 9390 w 3490661"/>
              <a:gd name="connsiteY9-384" fmla="*/ 1452436 h 3082645"/>
              <a:gd name="connsiteX10-385" fmla="*/ 9398 w 3490661"/>
              <a:gd name="connsiteY10-386" fmla="*/ 1630223 h 3082645"/>
              <a:gd name="connsiteX11-387" fmla="*/ 796631 w 3490661"/>
              <a:gd name="connsiteY11-388" fmla="*/ 2993759 h 3082645"/>
              <a:gd name="connsiteX12-389" fmla="*/ 950601 w 3490661"/>
              <a:gd name="connsiteY12-390" fmla="*/ 3082645 h 3082645"/>
              <a:gd name="connsiteX0-391" fmla="*/ 950601 w 3490661"/>
              <a:gd name="connsiteY0-392" fmla="*/ 3082645 h 3082645"/>
              <a:gd name="connsiteX1-393" fmla="*/ 2525075 w 3490661"/>
              <a:gd name="connsiteY1-394" fmla="*/ 3082645 h 3082645"/>
              <a:gd name="connsiteX2-395" fmla="*/ 2679028 w 3490661"/>
              <a:gd name="connsiteY2-396" fmla="*/ 2993745 h 3082645"/>
              <a:gd name="connsiteX3-397" fmla="*/ 3466261 w 3490661"/>
              <a:gd name="connsiteY3-398" fmla="*/ 1630209 h 3082645"/>
              <a:gd name="connsiteX4-399" fmla="*/ 3466254 w 3490661"/>
              <a:gd name="connsiteY4-400" fmla="*/ 1452423 h 3082645"/>
              <a:gd name="connsiteX5-401" fmla="*/ 2679021 w 3490661"/>
              <a:gd name="connsiteY5-402" fmla="*/ 88887 h 3082645"/>
              <a:gd name="connsiteX6-403" fmla="*/ 2525051 w 3490661"/>
              <a:gd name="connsiteY6-404" fmla="*/ 0 h 3082645"/>
              <a:gd name="connsiteX7-405" fmla="*/ 950576 w 3490661"/>
              <a:gd name="connsiteY7-406" fmla="*/ 0 h 3082645"/>
              <a:gd name="connsiteX8-407" fmla="*/ 796623 w 3490661"/>
              <a:gd name="connsiteY8-408" fmla="*/ 88900 h 3082645"/>
              <a:gd name="connsiteX9-409" fmla="*/ 9390 w 3490661"/>
              <a:gd name="connsiteY9-410" fmla="*/ 1452436 h 3082645"/>
              <a:gd name="connsiteX10-411" fmla="*/ 9398 w 3490661"/>
              <a:gd name="connsiteY10-412" fmla="*/ 1630223 h 3082645"/>
              <a:gd name="connsiteX11-413" fmla="*/ 796631 w 3490661"/>
              <a:gd name="connsiteY11-414" fmla="*/ 2993759 h 3082645"/>
              <a:gd name="connsiteX12-415" fmla="*/ 950601 w 3490661"/>
              <a:gd name="connsiteY12-416" fmla="*/ 3082645 h 3082645"/>
              <a:gd name="connsiteX0-417" fmla="*/ 950601 w 3490661"/>
              <a:gd name="connsiteY0-418" fmla="*/ 3082645 h 3082645"/>
              <a:gd name="connsiteX1-419" fmla="*/ 2525075 w 3490661"/>
              <a:gd name="connsiteY1-420" fmla="*/ 3082645 h 3082645"/>
              <a:gd name="connsiteX2-421" fmla="*/ 2679028 w 3490661"/>
              <a:gd name="connsiteY2-422" fmla="*/ 2993745 h 3082645"/>
              <a:gd name="connsiteX3-423" fmla="*/ 3466261 w 3490661"/>
              <a:gd name="connsiteY3-424" fmla="*/ 1630209 h 3082645"/>
              <a:gd name="connsiteX4-425" fmla="*/ 3466254 w 3490661"/>
              <a:gd name="connsiteY4-426" fmla="*/ 1452423 h 3082645"/>
              <a:gd name="connsiteX5-427" fmla="*/ 2679021 w 3490661"/>
              <a:gd name="connsiteY5-428" fmla="*/ 88887 h 3082645"/>
              <a:gd name="connsiteX6-429" fmla="*/ 2525051 w 3490661"/>
              <a:gd name="connsiteY6-430" fmla="*/ 0 h 3082645"/>
              <a:gd name="connsiteX7-431" fmla="*/ 950576 w 3490661"/>
              <a:gd name="connsiteY7-432" fmla="*/ 0 h 3082645"/>
              <a:gd name="connsiteX8-433" fmla="*/ 796623 w 3490661"/>
              <a:gd name="connsiteY8-434" fmla="*/ 88900 h 3082645"/>
              <a:gd name="connsiteX9-435" fmla="*/ 9390 w 3490661"/>
              <a:gd name="connsiteY9-436" fmla="*/ 1452436 h 3082645"/>
              <a:gd name="connsiteX10-437" fmla="*/ 9398 w 3490661"/>
              <a:gd name="connsiteY10-438" fmla="*/ 1630223 h 3082645"/>
              <a:gd name="connsiteX11-439" fmla="*/ 796631 w 3490661"/>
              <a:gd name="connsiteY11-440" fmla="*/ 2993759 h 3082645"/>
              <a:gd name="connsiteX12-441" fmla="*/ 950601 w 3490661"/>
              <a:gd name="connsiteY12-442" fmla="*/ 3082645 h 3082645"/>
              <a:gd name="connsiteX0-443" fmla="*/ 950603 w 3490663"/>
              <a:gd name="connsiteY0-444" fmla="*/ 3082645 h 3082645"/>
              <a:gd name="connsiteX1-445" fmla="*/ 2525077 w 3490663"/>
              <a:gd name="connsiteY1-446" fmla="*/ 3082645 h 3082645"/>
              <a:gd name="connsiteX2-447" fmla="*/ 2679030 w 3490663"/>
              <a:gd name="connsiteY2-448" fmla="*/ 2993745 h 3082645"/>
              <a:gd name="connsiteX3-449" fmla="*/ 3466263 w 3490663"/>
              <a:gd name="connsiteY3-450" fmla="*/ 1630209 h 3082645"/>
              <a:gd name="connsiteX4-451" fmla="*/ 3466256 w 3490663"/>
              <a:gd name="connsiteY4-452" fmla="*/ 1452423 h 3082645"/>
              <a:gd name="connsiteX5-453" fmla="*/ 2679023 w 3490663"/>
              <a:gd name="connsiteY5-454" fmla="*/ 88887 h 3082645"/>
              <a:gd name="connsiteX6-455" fmla="*/ 2525053 w 3490663"/>
              <a:gd name="connsiteY6-456" fmla="*/ 0 h 3082645"/>
              <a:gd name="connsiteX7-457" fmla="*/ 950578 w 3490663"/>
              <a:gd name="connsiteY7-458" fmla="*/ 0 h 3082645"/>
              <a:gd name="connsiteX8-459" fmla="*/ 796625 w 3490663"/>
              <a:gd name="connsiteY8-460" fmla="*/ 88900 h 3082645"/>
              <a:gd name="connsiteX9-461" fmla="*/ 9392 w 3490663"/>
              <a:gd name="connsiteY9-462" fmla="*/ 1452436 h 3082645"/>
              <a:gd name="connsiteX10-463" fmla="*/ 9400 w 3490663"/>
              <a:gd name="connsiteY10-464" fmla="*/ 1630223 h 3082645"/>
              <a:gd name="connsiteX11-465" fmla="*/ 796633 w 3490663"/>
              <a:gd name="connsiteY11-466" fmla="*/ 2993759 h 3082645"/>
              <a:gd name="connsiteX12-467" fmla="*/ 950603 w 3490663"/>
              <a:gd name="connsiteY12-468" fmla="*/ 3082645 h 3082645"/>
              <a:gd name="connsiteX0-469" fmla="*/ 965611 w 3505671"/>
              <a:gd name="connsiteY0-470" fmla="*/ 3082645 h 3082645"/>
              <a:gd name="connsiteX1-471" fmla="*/ 2540085 w 3505671"/>
              <a:gd name="connsiteY1-472" fmla="*/ 3082645 h 3082645"/>
              <a:gd name="connsiteX2-473" fmla="*/ 2694038 w 3505671"/>
              <a:gd name="connsiteY2-474" fmla="*/ 2993745 h 3082645"/>
              <a:gd name="connsiteX3-475" fmla="*/ 3481271 w 3505671"/>
              <a:gd name="connsiteY3-476" fmla="*/ 1630209 h 3082645"/>
              <a:gd name="connsiteX4-477" fmla="*/ 3481264 w 3505671"/>
              <a:gd name="connsiteY4-478" fmla="*/ 1452423 h 3082645"/>
              <a:gd name="connsiteX5-479" fmla="*/ 2694031 w 3505671"/>
              <a:gd name="connsiteY5-480" fmla="*/ 88887 h 3082645"/>
              <a:gd name="connsiteX6-481" fmla="*/ 2540061 w 3505671"/>
              <a:gd name="connsiteY6-482" fmla="*/ 0 h 3082645"/>
              <a:gd name="connsiteX7-483" fmla="*/ 965586 w 3505671"/>
              <a:gd name="connsiteY7-484" fmla="*/ 0 h 3082645"/>
              <a:gd name="connsiteX8-485" fmla="*/ 811633 w 3505671"/>
              <a:gd name="connsiteY8-486" fmla="*/ 88900 h 3082645"/>
              <a:gd name="connsiteX9-487" fmla="*/ 24400 w 3505671"/>
              <a:gd name="connsiteY9-488" fmla="*/ 1452436 h 3082645"/>
              <a:gd name="connsiteX10-489" fmla="*/ 24408 w 3505671"/>
              <a:gd name="connsiteY10-490" fmla="*/ 1630223 h 3082645"/>
              <a:gd name="connsiteX11-491" fmla="*/ 811641 w 3505671"/>
              <a:gd name="connsiteY11-492" fmla="*/ 2993759 h 3082645"/>
              <a:gd name="connsiteX12-493" fmla="*/ 965611 w 3505671"/>
              <a:gd name="connsiteY12-494" fmla="*/ 3082645 h 3082645"/>
              <a:gd name="connsiteX0-495" fmla="*/ 965611 w 3505671"/>
              <a:gd name="connsiteY0-496" fmla="*/ 3082645 h 3082645"/>
              <a:gd name="connsiteX1-497" fmla="*/ 2540085 w 3505671"/>
              <a:gd name="connsiteY1-498" fmla="*/ 3082645 h 3082645"/>
              <a:gd name="connsiteX2-499" fmla="*/ 2694038 w 3505671"/>
              <a:gd name="connsiteY2-500" fmla="*/ 2993745 h 3082645"/>
              <a:gd name="connsiteX3-501" fmla="*/ 3481271 w 3505671"/>
              <a:gd name="connsiteY3-502" fmla="*/ 1630209 h 3082645"/>
              <a:gd name="connsiteX4-503" fmla="*/ 3481264 w 3505671"/>
              <a:gd name="connsiteY4-504" fmla="*/ 1452423 h 3082645"/>
              <a:gd name="connsiteX5-505" fmla="*/ 2694031 w 3505671"/>
              <a:gd name="connsiteY5-506" fmla="*/ 88887 h 3082645"/>
              <a:gd name="connsiteX6-507" fmla="*/ 2540061 w 3505671"/>
              <a:gd name="connsiteY6-508" fmla="*/ 0 h 3082645"/>
              <a:gd name="connsiteX7-509" fmla="*/ 965586 w 3505671"/>
              <a:gd name="connsiteY7-510" fmla="*/ 0 h 3082645"/>
              <a:gd name="connsiteX8-511" fmla="*/ 811633 w 3505671"/>
              <a:gd name="connsiteY8-512" fmla="*/ 88900 h 3082645"/>
              <a:gd name="connsiteX9-513" fmla="*/ 24400 w 3505671"/>
              <a:gd name="connsiteY9-514" fmla="*/ 1452436 h 3082645"/>
              <a:gd name="connsiteX10-515" fmla="*/ 24408 w 3505671"/>
              <a:gd name="connsiteY10-516" fmla="*/ 1630223 h 3082645"/>
              <a:gd name="connsiteX11-517" fmla="*/ 811641 w 3505671"/>
              <a:gd name="connsiteY11-518" fmla="*/ 2993759 h 3082645"/>
              <a:gd name="connsiteX12-519" fmla="*/ 965611 w 3505671"/>
              <a:gd name="connsiteY12-520" fmla="*/ 3082645 h 3082645"/>
              <a:gd name="connsiteX0-521" fmla="*/ 965611 w 3505671"/>
              <a:gd name="connsiteY0-522" fmla="*/ 3082645 h 3082645"/>
              <a:gd name="connsiteX1-523" fmla="*/ 2540085 w 3505671"/>
              <a:gd name="connsiteY1-524" fmla="*/ 3082645 h 3082645"/>
              <a:gd name="connsiteX2-525" fmla="*/ 2694038 w 3505671"/>
              <a:gd name="connsiteY2-526" fmla="*/ 2993745 h 3082645"/>
              <a:gd name="connsiteX3-527" fmla="*/ 3481271 w 3505671"/>
              <a:gd name="connsiteY3-528" fmla="*/ 1630209 h 3082645"/>
              <a:gd name="connsiteX4-529" fmla="*/ 3481264 w 3505671"/>
              <a:gd name="connsiteY4-530" fmla="*/ 1452423 h 3082645"/>
              <a:gd name="connsiteX5-531" fmla="*/ 2694031 w 3505671"/>
              <a:gd name="connsiteY5-532" fmla="*/ 88887 h 3082645"/>
              <a:gd name="connsiteX6-533" fmla="*/ 2540061 w 3505671"/>
              <a:gd name="connsiteY6-534" fmla="*/ 0 h 3082645"/>
              <a:gd name="connsiteX7-535" fmla="*/ 965586 w 3505671"/>
              <a:gd name="connsiteY7-536" fmla="*/ 0 h 3082645"/>
              <a:gd name="connsiteX8-537" fmla="*/ 811633 w 3505671"/>
              <a:gd name="connsiteY8-538" fmla="*/ 88900 h 3082645"/>
              <a:gd name="connsiteX9-539" fmla="*/ 24400 w 3505671"/>
              <a:gd name="connsiteY9-540" fmla="*/ 1452436 h 3082645"/>
              <a:gd name="connsiteX10-541" fmla="*/ 24408 w 3505671"/>
              <a:gd name="connsiteY10-542" fmla="*/ 1630223 h 3082645"/>
              <a:gd name="connsiteX11-543" fmla="*/ 811641 w 3505671"/>
              <a:gd name="connsiteY11-544" fmla="*/ 2993759 h 3082645"/>
              <a:gd name="connsiteX12-545" fmla="*/ 965611 w 3505671"/>
              <a:gd name="connsiteY12-546" fmla="*/ 3082645 h 3082645"/>
              <a:gd name="connsiteX0-547" fmla="*/ 965611 w 3505671"/>
              <a:gd name="connsiteY0-548" fmla="*/ 3082645 h 3082645"/>
              <a:gd name="connsiteX1-549" fmla="*/ 2540085 w 3505671"/>
              <a:gd name="connsiteY1-550" fmla="*/ 3082645 h 3082645"/>
              <a:gd name="connsiteX2-551" fmla="*/ 2694038 w 3505671"/>
              <a:gd name="connsiteY2-552" fmla="*/ 2993745 h 3082645"/>
              <a:gd name="connsiteX3-553" fmla="*/ 3481271 w 3505671"/>
              <a:gd name="connsiteY3-554" fmla="*/ 1630209 h 3082645"/>
              <a:gd name="connsiteX4-555" fmla="*/ 3481264 w 3505671"/>
              <a:gd name="connsiteY4-556" fmla="*/ 1452423 h 3082645"/>
              <a:gd name="connsiteX5-557" fmla="*/ 2694031 w 3505671"/>
              <a:gd name="connsiteY5-558" fmla="*/ 88887 h 3082645"/>
              <a:gd name="connsiteX6-559" fmla="*/ 2540061 w 3505671"/>
              <a:gd name="connsiteY6-560" fmla="*/ 0 h 3082645"/>
              <a:gd name="connsiteX7-561" fmla="*/ 965586 w 3505671"/>
              <a:gd name="connsiteY7-562" fmla="*/ 0 h 3082645"/>
              <a:gd name="connsiteX8-563" fmla="*/ 811633 w 3505671"/>
              <a:gd name="connsiteY8-564" fmla="*/ 88900 h 3082645"/>
              <a:gd name="connsiteX9-565" fmla="*/ 24400 w 3505671"/>
              <a:gd name="connsiteY9-566" fmla="*/ 1452436 h 3082645"/>
              <a:gd name="connsiteX10-567" fmla="*/ 24408 w 3505671"/>
              <a:gd name="connsiteY10-568" fmla="*/ 1630223 h 3082645"/>
              <a:gd name="connsiteX11-569" fmla="*/ 811641 w 3505671"/>
              <a:gd name="connsiteY11-570" fmla="*/ 2993759 h 3082645"/>
              <a:gd name="connsiteX12-571" fmla="*/ 965611 w 3505671"/>
              <a:gd name="connsiteY12-572" fmla="*/ 3082645 h 30826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05671" h="3082645">
                <a:moveTo>
                  <a:pt x="965611" y="3082645"/>
                </a:moveTo>
                <a:cubicBezTo>
                  <a:pt x="1030690" y="3082645"/>
                  <a:pt x="2475006" y="3082646"/>
                  <a:pt x="2540085" y="3082645"/>
                </a:cubicBezTo>
                <a:cubicBezTo>
                  <a:pt x="2605164" y="3082646"/>
                  <a:pt x="2661499" y="3050107"/>
                  <a:pt x="2694038" y="2993745"/>
                </a:cubicBezTo>
                <a:cubicBezTo>
                  <a:pt x="2726578" y="2937386"/>
                  <a:pt x="3448731" y="1686570"/>
                  <a:pt x="3481271" y="1630209"/>
                </a:cubicBezTo>
                <a:cubicBezTo>
                  <a:pt x="3513810" y="1573850"/>
                  <a:pt x="3513803" y="1508784"/>
                  <a:pt x="3481264" y="1452423"/>
                </a:cubicBezTo>
                <a:cubicBezTo>
                  <a:pt x="3448724" y="1396064"/>
                  <a:pt x="2726570" y="145248"/>
                  <a:pt x="2694031" y="88887"/>
                </a:cubicBezTo>
                <a:cubicBezTo>
                  <a:pt x="2661492" y="32528"/>
                  <a:pt x="2605139" y="1"/>
                  <a:pt x="2540061" y="0"/>
                </a:cubicBezTo>
                <a:cubicBezTo>
                  <a:pt x="2474982" y="1"/>
                  <a:pt x="1030665" y="1"/>
                  <a:pt x="965586" y="0"/>
                </a:cubicBezTo>
                <a:cubicBezTo>
                  <a:pt x="900507" y="1"/>
                  <a:pt x="844173" y="32540"/>
                  <a:pt x="811633" y="88900"/>
                </a:cubicBezTo>
                <a:cubicBezTo>
                  <a:pt x="779094" y="145261"/>
                  <a:pt x="56940" y="1396077"/>
                  <a:pt x="24400" y="1452436"/>
                </a:cubicBezTo>
                <a:cubicBezTo>
                  <a:pt x="-8139" y="1508797"/>
                  <a:pt x="-8132" y="1573863"/>
                  <a:pt x="24408" y="1630223"/>
                </a:cubicBezTo>
                <a:cubicBezTo>
                  <a:pt x="56947" y="1686584"/>
                  <a:pt x="779101" y="2937400"/>
                  <a:pt x="811641" y="2993759"/>
                </a:cubicBezTo>
                <a:cubicBezTo>
                  <a:pt x="844180" y="3050120"/>
                  <a:pt x="900532" y="3082645"/>
                  <a:pt x="965611" y="3082645"/>
                </a:cubicBezTo>
                <a:close/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4296"/>
          <p:cNvSpPr/>
          <p:nvPr>
            <p:custDataLst>
              <p:tags r:id="rId7"/>
            </p:custDataLst>
          </p:nvPr>
        </p:nvSpPr>
        <p:spPr>
          <a:xfrm rot="1800000">
            <a:off x="8067674" y="1944352"/>
            <a:ext cx="503973" cy="424778"/>
          </a:xfrm>
          <a:custGeom>
            <a:avLst/>
            <a:gdLst>
              <a:gd name="connsiteX0" fmla="*/ 950601 w 3475650"/>
              <a:gd name="connsiteY0" fmla="*/ 3082645 h 3082645"/>
              <a:gd name="connsiteX1" fmla="*/ 2525075 w 3475650"/>
              <a:gd name="connsiteY1" fmla="*/ 3082645 h 3082645"/>
              <a:gd name="connsiteX2" fmla="*/ 2679028 w 3475650"/>
              <a:gd name="connsiteY2" fmla="*/ 2993745 h 3082645"/>
              <a:gd name="connsiteX3" fmla="*/ 3466261 w 3475650"/>
              <a:gd name="connsiteY3" fmla="*/ 1630209 h 3082645"/>
              <a:gd name="connsiteX4" fmla="*/ 3466254 w 3475650"/>
              <a:gd name="connsiteY4" fmla="*/ 1452423 h 3082645"/>
              <a:gd name="connsiteX5" fmla="*/ 2679021 w 3475650"/>
              <a:gd name="connsiteY5" fmla="*/ 88887 h 3082645"/>
              <a:gd name="connsiteX6" fmla="*/ 2525051 w 3475650"/>
              <a:gd name="connsiteY6" fmla="*/ 0 h 3082645"/>
              <a:gd name="connsiteX7" fmla="*/ 950576 w 3475650"/>
              <a:gd name="connsiteY7" fmla="*/ 0 h 3082645"/>
              <a:gd name="connsiteX8" fmla="*/ 796623 w 3475650"/>
              <a:gd name="connsiteY8" fmla="*/ 88900 h 3082645"/>
              <a:gd name="connsiteX9" fmla="*/ 9390 w 3475650"/>
              <a:gd name="connsiteY9" fmla="*/ 1452436 h 3082645"/>
              <a:gd name="connsiteX10" fmla="*/ 9398 w 3475650"/>
              <a:gd name="connsiteY10" fmla="*/ 1630223 h 3082645"/>
              <a:gd name="connsiteX11" fmla="*/ 796631 w 3475650"/>
              <a:gd name="connsiteY11" fmla="*/ 2993759 h 3082645"/>
              <a:gd name="connsiteX12" fmla="*/ 950601 w 3475650"/>
              <a:gd name="connsiteY12" fmla="*/ 3082645 h 3082645"/>
              <a:gd name="connsiteX0-1" fmla="*/ 950601 w 3475650"/>
              <a:gd name="connsiteY0-2" fmla="*/ 3082645 h 3082645"/>
              <a:gd name="connsiteX1-3" fmla="*/ 2525075 w 3475650"/>
              <a:gd name="connsiteY1-4" fmla="*/ 3082645 h 3082645"/>
              <a:gd name="connsiteX2-5" fmla="*/ 2679028 w 3475650"/>
              <a:gd name="connsiteY2-6" fmla="*/ 2993745 h 3082645"/>
              <a:gd name="connsiteX3-7" fmla="*/ 3466261 w 3475650"/>
              <a:gd name="connsiteY3-8" fmla="*/ 1630209 h 3082645"/>
              <a:gd name="connsiteX4-9" fmla="*/ 3466254 w 3475650"/>
              <a:gd name="connsiteY4-10" fmla="*/ 1452423 h 3082645"/>
              <a:gd name="connsiteX5-11" fmla="*/ 2679021 w 3475650"/>
              <a:gd name="connsiteY5-12" fmla="*/ 88887 h 3082645"/>
              <a:gd name="connsiteX6-13" fmla="*/ 2525051 w 3475650"/>
              <a:gd name="connsiteY6-14" fmla="*/ 0 h 3082645"/>
              <a:gd name="connsiteX7-15" fmla="*/ 950576 w 3475650"/>
              <a:gd name="connsiteY7-16" fmla="*/ 0 h 3082645"/>
              <a:gd name="connsiteX8-17" fmla="*/ 796623 w 3475650"/>
              <a:gd name="connsiteY8-18" fmla="*/ 88900 h 3082645"/>
              <a:gd name="connsiteX9-19" fmla="*/ 9390 w 3475650"/>
              <a:gd name="connsiteY9-20" fmla="*/ 1452436 h 3082645"/>
              <a:gd name="connsiteX10-21" fmla="*/ 9398 w 3475650"/>
              <a:gd name="connsiteY10-22" fmla="*/ 1630223 h 3082645"/>
              <a:gd name="connsiteX11-23" fmla="*/ 796631 w 3475650"/>
              <a:gd name="connsiteY11-24" fmla="*/ 2993759 h 3082645"/>
              <a:gd name="connsiteX12-25" fmla="*/ 950601 w 3475650"/>
              <a:gd name="connsiteY12-26" fmla="*/ 3082645 h 3082645"/>
              <a:gd name="connsiteX0-27" fmla="*/ 950601 w 3475650"/>
              <a:gd name="connsiteY0-28" fmla="*/ 3082645 h 3082645"/>
              <a:gd name="connsiteX1-29" fmla="*/ 2525075 w 3475650"/>
              <a:gd name="connsiteY1-30" fmla="*/ 3082645 h 3082645"/>
              <a:gd name="connsiteX2-31" fmla="*/ 2679028 w 3475650"/>
              <a:gd name="connsiteY2-32" fmla="*/ 2993745 h 3082645"/>
              <a:gd name="connsiteX3-33" fmla="*/ 3466261 w 3475650"/>
              <a:gd name="connsiteY3-34" fmla="*/ 1630209 h 3082645"/>
              <a:gd name="connsiteX4-35" fmla="*/ 3466254 w 3475650"/>
              <a:gd name="connsiteY4-36" fmla="*/ 1452423 h 3082645"/>
              <a:gd name="connsiteX5-37" fmla="*/ 2679021 w 3475650"/>
              <a:gd name="connsiteY5-38" fmla="*/ 88887 h 3082645"/>
              <a:gd name="connsiteX6-39" fmla="*/ 2525051 w 3475650"/>
              <a:gd name="connsiteY6-40" fmla="*/ 0 h 3082645"/>
              <a:gd name="connsiteX7-41" fmla="*/ 950576 w 3475650"/>
              <a:gd name="connsiteY7-42" fmla="*/ 0 h 3082645"/>
              <a:gd name="connsiteX8-43" fmla="*/ 796623 w 3475650"/>
              <a:gd name="connsiteY8-44" fmla="*/ 88900 h 3082645"/>
              <a:gd name="connsiteX9-45" fmla="*/ 9390 w 3475650"/>
              <a:gd name="connsiteY9-46" fmla="*/ 1452436 h 3082645"/>
              <a:gd name="connsiteX10-47" fmla="*/ 9398 w 3475650"/>
              <a:gd name="connsiteY10-48" fmla="*/ 1630223 h 3082645"/>
              <a:gd name="connsiteX11-49" fmla="*/ 796631 w 3475650"/>
              <a:gd name="connsiteY11-50" fmla="*/ 2993759 h 3082645"/>
              <a:gd name="connsiteX12-51" fmla="*/ 950601 w 3475650"/>
              <a:gd name="connsiteY12-52" fmla="*/ 3082645 h 3082645"/>
              <a:gd name="connsiteX0-53" fmla="*/ 950601 w 3475650"/>
              <a:gd name="connsiteY0-54" fmla="*/ 3082645 h 3082645"/>
              <a:gd name="connsiteX1-55" fmla="*/ 2525075 w 3475650"/>
              <a:gd name="connsiteY1-56" fmla="*/ 3082645 h 3082645"/>
              <a:gd name="connsiteX2-57" fmla="*/ 2679028 w 3475650"/>
              <a:gd name="connsiteY2-58" fmla="*/ 2993745 h 3082645"/>
              <a:gd name="connsiteX3-59" fmla="*/ 3466261 w 3475650"/>
              <a:gd name="connsiteY3-60" fmla="*/ 1630209 h 3082645"/>
              <a:gd name="connsiteX4-61" fmla="*/ 3466254 w 3475650"/>
              <a:gd name="connsiteY4-62" fmla="*/ 1452423 h 3082645"/>
              <a:gd name="connsiteX5-63" fmla="*/ 2679021 w 3475650"/>
              <a:gd name="connsiteY5-64" fmla="*/ 88887 h 3082645"/>
              <a:gd name="connsiteX6-65" fmla="*/ 2525051 w 3475650"/>
              <a:gd name="connsiteY6-66" fmla="*/ 0 h 3082645"/>
              <a:gd name="connsiteX7-67" fmla="*/ 950576 w 3475650"/>
              <a:gd name="connsiteY7-68" fmla="*/ 0 h 3082645"/>
              <a:gd name="connsiteX8-69" fmla="*/ 796623 w 3475650"/>
              <a:gd name="connsiteY8-70" fmla="*/ 88900 h 3082645"/>
              <a:gd name="connsiteX9-71" fmla="*/ 9390 w 3475650"/>
              <a:gd name="connsiteY9-72" fmla="*/ 1452436 h 3082645"/>
              <a:gd name="connsiteX10-73" fmla="*/ 9398 w 3475650"/>
              <a:gd name="connsiteY10-74" fmla="*/ 1630223 h 3082645"/>
              <a:gd name="connsiteX11-75" fmla="*/ 796631 w 3475650"/>
              <a:gd name="connsiteY11-76" fmla="*/ 2993759 h 3082645"/>
              <a:gd name="connsiteX12-77" fmla="*/ 950601 w 3475650"/>
              <a:gd name="connsiteY12-78" fmla="*/ 3082645 h 3082645"/>
              <a:gd name="connsiteX0-79" fmla="*/ 950601 w 3475650"/>
              <a:gd name="connsiteY0-80" fmla="*/ 3082645 h 3082645"/>
              <a:gd name="connsiteX1-81" fmla="*/ 2525075 w 3475650"/>
              <a:gd name="connsiteY1-82" fmla="*/ 3082645 h 3082645"/>
              <a:gd name="connsiteX2-83" fmla="*/ 2679028 w 3475650"/>
              <a:gd name="connsiteY2-84" fmla="*/ 2993745 h 3082645"/>
              <a:gd name="connsiteX3-85" fmla="*/ 3466261 w 3475650"/>
              <a:gd name="connsiteY3-86" fmla="*/ 1630209 h 3082645"/>
              <a:gd name="connsiteX4-87" fmla="*/ 3466254 w 3475650"/>
              <a:gd name="connsiteY4-88" fmla="*/ 1452423 h 3082645"/>
              <a:gd name="connsiteX5-89" fmla="*/ 2679021 w 3475650"/>
              <a:gd name="connsiteY5-90" fmla="*/ 88887 h 3082645"/>
              <a:gd name="connsiteX6-91" fmla="*/ 2525051 w 3475650"/>
              <a:gd name="connsiteY6-92" fmla="*/ 0 h 3082645"/>
              <a:gd name="connsiteX7-93" fmla="*/ 950576 w 3475650"/>
              <a:gd name="connsiteY7-94" fmla="*/ 0 h 3082645"/>
              <a:gd name="connsiteX8-95" fmla="*/ 796623 w 3475650"/>
              <a:gd name="connsiteY8-96" fmla="*/ 88900 h 3082645"/>
              <a:gd name="connsiteX9-97" fmla="*/ 9390 w 3475650"/>
              <a:gd name="connsiteY9-98" fmla="*/ 1452436 h 3082645"/>
              <a:gd name="connsiteX10-99" fmla="*/ 9398 w 3475650"/>
              <a:gd name="connsiteY10-100" fmla="*/ 1630223 h 3082645"/>
              <a:gd name="connsiteX11-101" fmla="*/ 796631 w 3475650"/>
              <a:gd name="connsiteY11-102" fmla="*/ 2993759 h 3082645"/>
              <a:gd name="connsiteX12-103" fmla="*/ 950601 w 3475650"/>
              <a:gd name="connsiteY12-104" fmla="*/ 3082645 h 3082645"/>
              <a:gd name="connsiteX0-105" fmla="*/ 950601 w 3475650"/>
              <a:gd name="connsiteY0-106" fmla="*/ 3082645 h 3082645"/>
              <a:gd name="connsiteX1-107" fmla="*/ 2525075 w 3475650"/>
              <a:gd name="connsiteY1-108" fmla="*/ 3082645 h 3082645"/>
              <a:gd name="connsiteX2-109" fmla="*/ 2679028 w 3475650"/>
              <a:gd name="connsiteY2-110" fmla="*/ 2993745 h 3082645"/>
              <a:gd name="connsiteX3-111" fmla="*/ 3466261 w 3475650"/>
              <a:gd name="connsiteY3-112" fmla="*/ 1630209 h 3082645"/>
              <a:gd name="connsiteX4-113" fmla="*/ 3466254 w 3475650"/>
              <a:gd name="connsiteY4-114" fmla="*/ 1452423 h 3082645"/>
              <a:gd name="connsiteX5-115" fmla="*/ 2679021 w 3475650"/>
              <a:gd name="connsiteY5-116" fmla="*/ 88887 h 3082645"/>
              <a:gd name="connsiteX6-117" fmla="*/ 2525051 w 3475650"/>
              <a:gd name="connsiteY6-118" fmla="*/ 0 h 3082645"/>
              <a:gd name="connsiteX7-119" fmla="*/ 950576 w 3475650"/>
              <a:gd name="connsiteY7-120" fmla="*/ 0 h 3082645"/>
              <a:gd name="connsiteX8-121" fmla="*/ 796623 w 3475650"/>
              <a:gd name="connsiteY8-122" fmla="*/ 88900 h 3082645"/>
              <a:gd name="connsiteX9-123" fmla="*/ 9390 w 3475650"/>
              <a:gd name="connsiteY9-124" fmla="*/ 1452436 h 3082645"/>
              <a:gd name="connsiteX10-125" fmla="*/ 9398 w 3475650"/>
              <a:gd name="connsiteY10-126" fmla="*/ 1630223 h 3082645"/>
              <a:gd name="connsiteX11-127" fmla="*/ 796631 w 3475650"/>
              <a:gd name="connsiteY11-128" fmla="*/ 2993759 h 3082645"/>
              <a:gd name="connsiteX12-129" fmla="*/ 950601 w 3475650"/>
              <a:gd name="connsiteY12-130" fmla="*/ 3082645 h 3082645"/>
              <a:gd name="connsiteX0-131" fmla="*/ 950601 w 3475653"/>
              <a:gd name="connsiteY0-132" fmla="*/ 3082645 h 3082645"/>
              <a:gd name="connsiteX1-133" fmla="*/ 2525075 w 3475653"/>
              <a:gd name="connsiteY1-134" fmla="*/ 3082645 h 3082645"/>
              <a:gd name="connsiteX2-135" fmla="*/ 2679028 w 3475653"/>
              <a:gd name="connsiteY2-136" fmla="*/ 2993745 h 3082645"/>
              <a:gd name="connsiteX3-137" fmla="*/ 3466261 w 3475653"/>
              <a:gd name="connsiteY3-138" fmla="*/ 1630209 h 3082645"/>
              <a:gd name="connsiteX4-139" fmla="*/ 3466254 w 3475653"/>
              <a:gd name="connsiteY4-140" fmla="*/ 1452423 h 3082645"/>
              <a:gd name="connsiteX5-141" fmla="*/ 2679021 w 3475653"/>
              <a:gd name="connsiteY5-142" fmla="*/ 88887 h 3082645"/>
              <a:gd name="connsiteX6-143" fmla="*/ 2525051 w 3475653"/>
              <a:gd name="connsiteY6-144" fmla="*/ 0 h 3082645"/>
              <a:gd name="connsiteX7-145" fmla="*/ 950576 w 3475653"/>
              <a:gd name="connsiteY7-146" fmla="*/ 0 h 3082645"/>
              <a:gd name="connsiteX8-147" fmla="*/ 796623 w 3475653"/>
              <a:gd name="connsiteY8-148" fmla="*/ 88900 h 3082645"/>
              <a:gd name="connsiteX9-149" fmla="*/ 9390 w 3475653"/>
              <a:gd name="connsiteY9-150" fmla="*/ 1452436 h 3082645"/>
              <a:gd name="connsiteX10-151" fmla="*/ 9398 w 3475653"/>
              <a:gd name="connsiteY10-152" fmla="*/ 1630223 h 3082645"/>
              <a:gd name="connsiteX11-153" fmla="*/ 796631 w 3475653"/>
              <a:gd name="connsiteY11-154" fmla="*/ 2993759 h 3082645"/>
              <a:gd name="connsiteX12-155" fmla="*/ 950601 w 3475653"/>
              <a:gd name="connsiteY12-156" fmla="*/ 3082645 h 3082645"/>
              <a:gd name="connsiteX0-157" fmla="*/ 950601 w 3490661"/>
              <a:gd name="connsiteY0-158" fmla="*/ 3082645 h 3082645"/>
              <a:gd name="connsiteX1-159" fmla="*/ 2525075 w 3490661"/>
              <a:gd name="connsiteY1-160" fmla="*/ 3082645 h 3082645"/>
              <a:gd name="connsiteX2-161" fmla="*/ 2679028 w 3490661"/>
              <a:gd name="connsiteY2-162" fmla="*/ 2993745 h 3082645"/>
              <a:gd name="connsiteX3-163" fmla="*/ 3466261 w 3490661"/>
              <a:gd name="connsiteY3-164" fmla="*/ 1630209 h 3082645"/>
              <a:gd name="connsiteX4-165" fmla="*/ 3466254 w 3490661"/>
              <a:gd name="connsiteY4-166" fmla="*/ 1452423 h 3082645"/>
              <a:gd name="connsiteX5-167" fmla="*/ 2679021 w 3490661"/>
              <a:gd name="connsiteY5-168" fmla="*/ 88887 h 3082645"/>
              <a:gd name="connsiteX6-169" fmla="*/ 2525051 w 3490661"/>
              <a:gd name="connsiteY6-170" fmla="*/ 0 h 3082645"/>
              <a:gd name="connsiteX7-171" fmla="*/ 950576 w 3490661"/>
              <a:gd name="connsiteY7-172" fmla="*/ 0 h 3082645"/>
              <a:gd name="connsiteX8-173" fmla="*/ 796623 w 3490661"/>
              <a:gd name="connsiteY8-174" fmla="*/ 88900 h 3082645"/>
              <a:gd name="connsiteX9-175" fmla="*/ 9390 w 3490661"/>
              <a:gd name="connsiteY9-176" fmla="*/ 1452436 h 3082645"/>
              <a:gd name="connsiteX10-177" fmla="*/ 9398 w 3490661"/>
              <a:gd name="connsiteY10-178" fmla="*/ 1630223 h 3082645"/>
              <a:gd name="connsiteX11-179" fmla="*/ 796631 w 3490661"/>
              <a:gd name="connsiteY11-180" fmla="*/ 2993759 h 3082645"/>
              <a:gd name="connsiteX12-181" fmla="*/ 950601 w 3490661"/>
              <a:gd name="connsiteY12-182" fmla="*/ 3082645 h 3082645"/>
              <a:gd name="connsiteX0-183" fmla="*/ 950601 w 3490661"/>
              <a:gd name="connsiteY0-184" fmla="*/ 3082645 h 3082645"/>
              <a:gd name="connsiteX1-185" fmla="*/ 2525075 w 3490661"/>
              <a:gd name="connsiteY1-186" fmla="*/ 3082645 h 3082645"/>
              <a:gd name="connsiteX2-187" fmla="*/ 2679028 w 3490661"/>
              <a:gd name="connsiteY2-188" fmla="*/ 2993745 h 3082645"/>
              <a:gd name="connsiteX3-189" fmla="*/ 3466261 w 3490661"/>
              <a:gd name="connsiteY3-190" fmla="*/ 1630209 h 3082645"/>
              <a:gd name="connsiteX4-191" fmla="*/ 3466254 w 3490661"/>
              <a:gd name="connsiteY4-192" fmla="*/ 1452423 h 3082645"/>
              <a:gd name="connsiteX5-193" fmla="*/ 2679021 w 3490661"/>
              <a:gd name="connsiteY5-194" fmla="*/ 88887 h 3082645"/>
              <a:gd name="connsiteX6-195" fmla="*/ 2525051 w 3490661"/>
              <a:gd name="connsiteY6-196" fmla="*/ 0 h 3082645"/>
              <a:gd name="connsiteX7-197" fmla="*/ 950576 w 3490661"/>
              <a:gd name="connsiteY7-198" fmla="*/ 0 h 3082645"/>
              <a:gd name="connsiteX8-199" fmla="*/ 796623 w 3490661"/>
              <a:gd name="connsiteY8-200" fmla="*/ 88900 h 3082645"/>
              <a:gd name="connsiteX9-201" fmla="*/ 9390 w 3490661"/>
              <a:gd name="connsiteY9-202" fmla="*/ 1452436 h 3082645"/>
              <a:gd name="connsiteX10-203" fmla="*/ 9398 w 3490661"/>
              <a:gd name="connsiteY10-204" fmla="*/ 1630223 h 3082645"/>
              <a:gd name="connsiteX11-205" fmla="*/ 796631 w 3490661"/>
              <a:gd name="connsiteY11-206" fmla="*/ 2993759 h 3082645"/>
              <a:gd name="connsiteX12-207" fmla="*/ 950601 w 3490661"/>
              <a:gd name="connsiteY12-208" fmla="*/ 3082645 h 3082645"/>
              <a:gd name="connsiteX0-209" fmla="*/ 950601 w 3490661"/>
              <a:gd name="connsiteY0-210" fmla="*/ 3082645 h 3082645"/>
              <a:gd name="connsiteX1-211" fmla="*/ 2525075 w 3490661"/>
              <a:gd name="connsiteY1-212" fmla="*/ 3082645 h 3082645"/>
              <a:gd name="connsiteX2-213" fmla="*/ 2679028 w 3490661"/>
              <a:gd name="connsiteY2-214" fmla="*/ 2993745 h 3082645"/>
              <a:gd name="connsiteX3-215" fmla="*/ 3466261 w 3490661"/>
              <a:gd name="connsiteY3-216" fmla="*/ 1630209 h 3082645"/>
              <a:gd name="connsiteX4-217" fmla="*/ 3466254 w 3490661"/>
              <a:gd name="connsiteY4-218" fmla="*/ 1452423 h 3082645"/>
              <a:gd name="connsiteX5-219" fmla="*/ 2679021 w 3490661"/>
              <a:gd name="connsiteY5-220" fmla="*/ 88887 h 3082645"/>
              <a:gd name="connsiteX6-221" fmla="*/ 2525051 w 3490661"/>
              <a:gd name="connsiteY6-222" fmla="*/ 0 h 3082645"/>
              <a:gd name="connsiteX7-223" fmla="*/ 950576 w 3490661"/>
              <a:gd name="connsiteY7-224" fmla="*/ 0 h 3082645"/>
              <a:gd name="connsiteX8-225" fmla="*/ 796623 w 3490661"/>
              <a:gd name="connsiteY8-226" fmla="*/ 88900 h 3082645"/>
              <a:gd name="connsiteX9-227" fmla="*/ 9390 w 3490661"/>
              <a:gd name="connsiteY9-228" fmla="*/ 1452436 h 3082645"/>
              <a:gd name="connsiteX10-229" fmla="*/ 9398 w 3490661"/>
              <a:gd name="connsiteY10-230" fmla="*/ 1630223 h 3082645"/>
              <a:gd name="connsiteX11-231" fmla="*/ 796631 w 3490661"/>
              <a:gd name="connsiteY11-232" fmla="*/ 2993759 h 3082645"/>
              <a:gd name="connsiteX12-233" fmla="*/ 950601 w 3490661"/>
              <a:gd name="connsiteY12-234" fmla="*/ 3082645 h 3082645"/>
              <a:gd name="connsiteX0-235" fmla="*/ 950601 w 3490661"/>
              <a:gd name="connsiteY0-236" fmla="*/ 3082645 h 3082645"/>
              <a:gd name="connsiteX1-237" fmla="*/ 2525075 w 3490661"/>
              <a:gd name="connsiteY1-238" fmla="*/ 3082645 h 3082645"/>
              <a:gd name="connsiteX2-239" fmla="*/ 2679028 w 3490661"/>
              <a:gd name="connsiteY2-240" fmla="*/ 2993745 h 3082645"/>
              <a:gd name="connsiteX3-241" fmla="*/ 3466261 w 3490661"/>
              <a:gd name="connsiteY3-242" fmla="*/ 1630209 h 3082645"/>
              <a:gd name="connsiteX4-243" fmla="*/ 3466254 w 3490661"/>
              <a:gd name="connsiteY4-244" fmla="*/ 1452423 h 3082645"/>
              <a:gd name="connsiteX5-245" fmla="*/ 2679021 w 3490661"/>
              <a:gd name="connsiteY5-246" fmla="*/ 88887 h 3082645"/>
              <a:gd name="connsiteX6-247" fmla="*/ 2525051 w 3490661"/>
              <a:gd name="connsiteY6-248" fmla="*/ 0 h 3082645"/>
              <a:gd name="connsiteX7-249" fmla="*/ 950576 w 3490661"/>
              <a:gd name="connsiteY7-250" fmla="*/ 0 h 3082645"/>
              <a:gd name="connsiteX8-251" fmla="*/ 796623 w 3490661"/>
              <a:gd name="connsiteY8-252" fmla="*/ 88900 h 3082645"/>
              <a:gd name="connsiteX9-253" fmla="*/ 9390 w 3490661"/>
              <a:gd name="connsiteY9-254" fmla="*/ 1452436 h 3082645"/>
              <a:gd name="connsiteX10-255" fmla="*/ 9398 w 3490661"/>
              <a:gd name="connsiteY10-256" fmla="*/ 1630223 h 3082645"/>
              <a:gd name="connsiteX11-257" fmla="*/ 796631 w 3490661"/>
              <a:gd name="connsiteY11-258" fmla="*/ 2993759 h 3082645"/>
              <a:gd name="connsiteX12-259" fmla="*/ 950601 w 3490661"/>
              <a:gd name="connsiteY12-260" fmla="*/ 3082645 h 3082645"/>
              <a:gd name="connsiteX0-261" fmla="*/ 950601 w 3490661"/>
              <a:gd name="connsiteY0-262" fmla="*/ 3082645 h 3082645"/>
              <a:gd name="connsiteX1-263" fmla="*/ 2525075 w 3490661"/>
              <a:gd name="connsiteY1-264" fmla="*/ 3082645 h 3082645"/>
              <a:gd name="connsiteX2-265" fmla="*/ 2679028 w 3490661"/>
              <a:gd name="connsiteY2-266" fmla="*/ 2993745 h 3082645"/>
              <a:gd name="connsiteX3-267" fmla="*/ 3466261 w 3490661"/>
              <a:gd name="connsiteY3-268" fmla="*/ 1630209 h 3082645"/>
              <a:gd name="connsiteX4-269" fmla="*/ 3466254 w 3490661"/>
              <a:gd name="connsiteY4-270" fmla="*/ 1452423 h 3082645"/>
              <a:gd name="connsiteX5-271" fmla="*/ 2679021 w 3490661"/>
              <a:gd name="connsiteY5-272" fmla="*/ 88887 h 3082645"/>
              <a:gd name="connsiteX6-273" fmla="*/ 2525051 w 3490661"/>
              <a:gd name="connsiteY6-274" fmla="*/ 0 h 3082645"/>
              <a:gd name="connsiteX7-275" fmla="*/ 950576 w 3490661"/>
              <a:gd name="connsiteY7-276" fmla="*/ 0 h 3082645"/>
              <a:gd name="connsiteX8-277" fmla="*/ 796623 w 3490661"/>
              <a:gd name="connsiteY8-278" fmla="*/ 88900 h 3082645"/>
              <a:gd name="connsiteX9-279" fmla="*/ 9390 w 3490661"/>
              <a:gd name="connsiteY9-280" fmla="*/ 1452436 h 3082645"/>
              <a:gd name="connsiteX10-281" fmla="*/ 9398 w 3490661"/>
              <a:gd name="connsiteY10-282" fmla="*/ 1630223 h 3082645"/>
              <a:gd name="connsiteX11-283" fmla="*/ 796631 w 3490661"/>
              <a:gd name="connsiteY11-284" fmla="*/ 2993759 h 3082645"/>
              <a:gd name="connsiteX12-285" fmla="*/ 950601 w 3490661"/>
              <a:gd name="connsiteY12-286" fmla="*/ 3082645 h 3082645"/>
              <a:gd name="connsiteX0-287" fmla="*/ 950601 w 3490661"/>
              <a:gd name="connsiteY0-288" fmla="*/ 3082645 h 3082645"/>
              <a:gd name="connsiteX1-289" fmla="*/ 2525075 w 3490661"/>
              <a:gd name="connsiteY1-290" fmla="*/ 3082645 h 3082645"/>
              <a:gd name="connsiteX2-291" fmla="*/ 2679028 w 3490661"/>
              <a:gd name="connsiteY2-292" fmla="*/ 2993745 h 3082645"/>
              <a:gd name="connsiteX3-293" fmla="*/ 3466261 w 3490661"/>
              <a:gd name="connsiteY3-294" fmla="*/ 1630209 h 3082645"/>
              <a:gd name="connsiteX4-295" fmla="*/ 3466254 w 3490661"/>
              <a:gd name="connsiteY4-296" fmla="*/ 1452423 h 3082645"/>
              <a:gd name="connsiteX5-297" fmla="*/ 2679021 w 3490661"/>
              <a:gd name="connsiteY5-298" fmla="*/ 88887 h 3082645"/>
              <a:gd name="connsiteX6-299" fmla="*/ 2525051 w 3490661"/>
              <a:gd name="connsiteY6-300" fmla="*/ 0 h 3082645"/>
              <a:gd name="connsiteX7-301" fmla="*/ 950576 w 3490661"/>
              <a:gd name="connsiteY7-302" fmla="*/ 0 h 3082645"/>
              <a:gd name="connsiteX8-303" fmla="*/ 796623 w 3490661"/>
              <a:gd name="connsiteY8-304" fmla="*/ 88900 h 3082645"/>
              <a:gd name="connsiteX9-305" fmla="*/ 9390 w 3490661"/>
              <a:gd name="connsiteY9-306" fmla="*/ 1452436 h 3082645"/>
              <a:gd name="connsiteX10-307" fmla="*/ 9398 w 3490661"/>
              <a:gd name="connsiteY10-308" fmla="*/ 1630223 h 3082645"/>
              <a:gd name="connsiteX11-309" fmla="*/ 796631 w 3490661"/>
              <a:gd name="connsiteY11-310" fmla="*/ 2993759 h 3082645"/>
              <a:gd name="connsiteX12-311" fmla="*/ 950601 w 3490661"/>
              <a:gd name="connsiteY12-312" fmla="*/ 3082645 h 3082645"/>
              <a:gd name="connsiteX0-313" fmla="*/ 950601 w 3490661"/>
              <a:gd name="connsiteY0-314" fmla="*/ 3082645 h 3082645"/>
              <a:gd name="connsiteX1-315" fmla="*/ 2525075 w 3490661"/>
              <a:gd name="connsiteY1-316" fmla="*/ 3082645 h 3082645"/>
              <a:gd name="connsiteX2-317" fmla="*/ 2679028 w 3490661"/>
              <a:gd name="connsiteY2-318" fmla="*/ 2993745 h 3082645"/>
              <a:gd name="connsiteX3-319" fmla="*/ 3466261 w 3490661"/>
              <a:gd name="connsiteY3-320" fmla="*/ 1630209 h 3082645"/>
              <a:gd name="connsiteX4-321" fmla="*/ 3466254 w 3490661"/>
              <a:gd name="connsiteY4-322" fmla="*/ 1452423 h 3082645"/>
              <a:gd name="connsiteX5-323" fmla="*/ 2679021 w 3490661"/>
              <a:gd name="connsiteY5-324" fmla="*/ 88887 h 3082645"/>
              <a:gd name="connsiteX6-325" fmla="*/ 2525051 w 3490661"/>
              <a:gd name="connsiteY6-326" fmla="*/ 0 h 3082645"/>
              <a:gd name="connsiteX7-327" fmla="*/ 950576 w 3490661"/>
              <a:gd name="connsiteY7-328" fmla="*/ 0 h 3082645"/>
              <a:gd name="connsiteX8-329" fmla="*/ 796623 w 3490661"/>
              <a:gd name="connsiteY8-330" fmla="*/ 88900 h 3082645"/>
              <a:gd name="connsiteX9-331" fmla="*/ 9390 w 3490661"/>
              <a:gd name="connsiteY9-332" fmla="*/ 1452436 h 3082645"/>
              <a:gd name="connsiteX10-333" fmla="*/ 9398 w 3490661"/>
              <a:gd name="connsiteY10-334" fmla="*/ 1630223 h 3082645"/>
              <a:gd name="connsiteX11-335" fmla="*/ 796631 w 3490661"/>
              <a:gd name="connsiteY11-336" fmla="*/ 2993759 h 3082645"/>
              <a:gd name="connsiteX12-337" fmla="*/ 950601 w 3490661"/>
              <a:gd name="connsiteY12-338" fmla="*/ 3082645 h 3082645"/>
              <a:gd name="connsiteX0-339" fmla="*/ 950601 w 3490661"/>
              <a:gd name="connsiteY0-340" fmla="*/ 3082645 h 3082645"/>
              <a:gd name="connsiteX1-341" fmla="*/ 2525075 w 3490661"/>
              <a:gd name="connsiteY1-342" fmla="*/ 3082645 h 3082645"/>
              <a:gd name="connsiteX2-343" fmla="*/ 2679028 w 3490661"/>
              <a:gd name="connsiteY2-344" fmla="*/ 2993745 h 3082645"/>
              <a:gd name="connsiteX3-345" fmla="*/ 3466261 w 3490661"/>
              <a:gd name="connsiteY3-346" fmla="*/ 1630209 h 3082645"/>
              <a:gd name="connsiteX4-347" fmla="*/ 3466254 w 3490661"/>
              <a:gd name="connsiteY4-348" fmla="*/ 1452423 h 3082645"/>
              <a:gd name="connsiteX5-349" fmla="*/ 2679021 w 3490661"/>
              <a:gd name="connsiteY5-350" fmla="*/ 88887 h 3082645"/>
              <a:gd name="connsiteX6-351" fmla="*/ 2525051 w 3490661"/>
              <a:gd name="connsiteY6-352" fmla="*/ 0 h 3082645"/>
              <a:gd name="connsiteX7-353" fmla="*/ 950576 w 3490661"/>
              <a:gd name="connsiteY7-354" fmla="*/ 0 h 3082645"/>
              <a:gd name="connsiteX8-355" fmla="*/ 796623 w 3490661"/>
              <a:gd name="connsiteY8-356" fmla="*/ 88900 h 3082645"/>
              <a:gd name="connsiteX9-357" fmla="*/ 9390 w 3490661"/>
              <a:gd name="connsiteY9-358" fmla="*/ 1452436 h 3082645"/>
              <a:gd name="connsiteX10-359" fmla="*/ 9398 w 3490661"/>
              <a:gd name="connsiteY10-360" fmla="*/ 1630223 h 3082645"/>
              <a:gd name="connsiteX11-361" fmla="*/ 796631 w 3490661"/>
              <a:gd name="connsiteY11-362" fmla="*/ 2993759 h 3082645"/>
              <a:gd name="connsiteX12-363" fmla="*/ 950601 w 3490661"/>
              <a:gd name="connsiteY12-364" fmla="*/ 3082645 h 3082645"/>
              <a:gd name="connsiteX0-365" fmla="*/ 950601 w 3490661"/>
              <a:gd name="connsiteY0-366" fmla="*/ 3082645 h 3082645"/>
              <a:gd name="connsiteX1-367" fmla="*/ 2525075 w 3490661"/>
              <a:gd name="connsiteY1-368" fmla="*/ 3082645 h 3082645"/>
              <a:gd name="connsiteX2-369" fmla="*/ 2679028 w 3490661"/>
              <a:gd name="connsiteY2-370" fmla="*/ 2993745 h 3082645"/>
              <a:gd name="connsiteX3-371" fmla="*/ 3466261 w 3490661"/>
              <a:gd name="connsiteY3-372" fmla="*/ 1630209 h 3082645"/>
              <a:gd name="connsiteX4-373" fmla="*/ 3466254 w 3490661"/>
              <a:gd name="connsiteY4-374" fmla="*/ 1452423 h 3082645"/>
              <a:gd name="connsiteX5-375" fmla="*/ 2679021 w 3490661"/>
              <a:gd name="connsiteY5-376" fmla="*/ 88887 h 3082645"/>
              <a:gd name="connsiteX6-377" fmla="*/ 2525051 w 3490661"/>
              <a:gd name="connsiteY6-378" fmla="*/ 0 h 3082645"/>
              <a:gd name="connsiteX7-379" fmla="*/ 950576 w 3490661"/>
              <a:gd name="connsiteY7-380" fmla="*/ 0 h 3082645"/>
              <a:gd name="connsiteX8-381" fmla="*/ 796623 w 3490661"/>
              <a:gd name="connsiteY8-382" fmla="*/ 88900 h 3082645"/>
              <a:gd name="connsiteX9-383" fmla="*/ 9390 w 3490661"/>
              <a:gd name="connsiteY9-384" fmla="*/ 1452436 h 3082645"/>
              <a:gd name="connsiteX10-385" fmla="*/ 9398 w 3490661"/>
              <a:gd name="connsiteY10-386" fmla="*/ 1630223 h 3082645"/>
              <a:gd name="connsiteX11-387" fmla="*/ 796631 w 3490661"/>
              <a:gd name="connsiteY11-388" fmla="*/ 2993759 h 3082645"/>
              <a:gd name="connsiteX12-389" fmla="*/ 950601 w 3490661"/>
              <a:gd name="connsiteY12-390" fmla="*/ 3082645 h 3082645"/>
              <a:gd name="connsiteX0-391" fmla="*/ 950601 w 3490661"/>
              <a:gd name="connsiteY0-392" fmla="*/ 3082645 h 3082645"/>
              <a:gd name="connsiteX1-393" fmla="*/ 2525075 w 3490661"/>
              <a:gd name="connsiteY1-394" fmla="*/ 3082645 h 3082645"/>
              <a:gd name="connsiteX2-395" fmla="*/ 2679028 w 3490661"/>
              <a:gd name="connsiteY2-396" fmla="*/ 2993745 h 3082645"/>
              <a:gd name="connsiteX3-397" fmla="*/ 3466261 w 3490661"/>
              <a:gd name="connsiteY3-398" fmla="*/ 1630209 h 3082645"/>
              <a:gd name="connsiteX4-399" fmla="*/ 3466254 w 3490661"/>
              <a:gd name="connsiteY4-400" fmla="*/ 1452423 h 3082645"/>
              <a:gd name="connsiteX5-401" fmla="*/ 2679021 w 3490661"/>
              <a:gd name="connsiteY5-402" fmla="*/ 88887 h 3082645"/>
              <a:gd name="connsiteX6-403" fmla="*/ 2525051 w 3490661"/>
              <a:gd name="connsiteY6-404" fmla="*/ 0 h 3082645"/>
              <a:gd name="connsiteX7-405" fmla="*/ 950576 w 3490661"/>
              <a:gd name="connsiteY7-406" fmla="*/ 0 h 3082645"/>
              <a:gd name="connsiteX8-407" fmla="*/ 796623 w 3490661"/>
              <a:gd name="connsiteY8-408" fmla="*/ 88900 h 3082645"/>
              <a:gd name="connsiteX9-409" fmla="*/ 9390 w 3490661"/>
              <a:gd name="connsiteY9-410" fmla="*/ 1452436 h 3082645"/>
              <a:gd name="connsiteX10-411" fmla="*/ 9398 w 3490661"/>
              <a:gd name="connsiteY10-412" fmla="*/ 1630223 h 3082645"/>
              <a:gd name="connsiteX11-413" fmla="*/ 796631 w 3490661"/>
              <a:gd name="connsiteY11-414" fmla="*/ 2993759 h 3082645"/>
              <a:gd name="connsiteX12-415" fmla="*/ 950601 w 3490661"/>
              <a:gd name="connsiteY12-416" fmla="*/ 3082645 h 3082645"/>
              <a:gd name="connsiteX0-417" fmla="*/ 950601 w 3490661"/>
              <a:gd name="connsiteY0-418" fmla="*/ 3082645 h 3082645"/>
              <a:gd name="connsiteX1-419" fmla="*/ 2525075 w 3490661"/>
              <a:gd name="connsiteY1-420" fmla="*/ 3082645 h 3082645"/>
              <a:gd name="connsiteX2-421" fmla="*/ 2679028 w 3490661"/>
              <a:gd name="connsiteY2-422" fmla="*/ 2993745 h 3082645"/>
              <a:gd name="connsiteX3-423" fmla="*/ 3466261 w 3490661"/>
              <a:gd name="connsiteY3-424" fmla="*/ 1630209 h 3082645"/>
              <a:gd name="connsiteX4-425" fmla="*/ 3466254 w 3490661"/>
              <a:gd name="connsiteY4-426" fmla="*/ 1452423 h 3082645"/>
              <a:gd name="connsiteX5-427" fmla="*/ 2679021 w 3490661"/>
              <a:gd name="connsiteY5-428" fmla="*/ 88887 h 3082645"/>
              <a:gd name="connsiteX6-429" fmla="*/ 2525051 w 3490661"/>
              <a:gd name="connsiteY6-430" fmla="*/ 0 h 3082645"/>
              <a:gd name="connsiteX7-431" fmla="*/ 950576 w 3490661"/>
              <a:gd name="connsiteY7-432" fmla="*/ 0 h 3082645"/>
              <a:gd name="connsiteX8-433" fmla="*/ 796623 w 3490661"/>
              <a:gd name="connsiteY8-434" fmla="*/ 88900 h 3082645"/>
              <a:gd name="connsiteX9-435" fmla="*/ 9390 w 3490661"/>
              <a:gd name="connsiteY9-436" fmla="*/ 1452436 h 3082645"/>
              <a:gd name="connsiteX10-437" fmla="*/ 9398 w 3490661"/>
              <a:gd name="connsiteY10-438" fmla="*/ 1630223 h 3082645"/>
              <a:gd name="connsiteX11-439" fmla="*/ 796631 w 3490661"/>
              <a:gd name="connsiteY11-440" fmla="*/ 2993759 h 3082645"/>
              <a:gd name="connsiteX12-441" fmla="*/ 950601 w 3490661"/>
              <a:gd name="connsiteY12-442" fmla="*/ 3082645 h 3082645"/>
              <a:gd name="connsiteX0-443" fmla="*/ 950603 w 3490663"/>
              <a:gd name="connsiteY0-444" fmla="*/ 3082645 h 3082645"/>
              <a:gd name="connsiteX1-445" fmla="*/ 2525077 w 3490663"/>
              <a:gd name="connsiteY1-446" fmla="*/ 3082645 h 3082645"/>
              <a:gd name="connsiteX2-447" fmla="*/ 2679030 w 3490663"/>
              <a:gd name="connsiteY2-448" fmla="*/ 2993745 h 3082645"/>
              <a:gd name="connsiteX3-449" fmla="*/ 3466263 w 3490663"/>
              <a:gd name="connsiteY3-450" fmla="*/ 1630209 h 3082645"/>
              <a:gd name="connsiteX4-451" fmla="*/ 3466256 w 3490663"/>
              <a:gd name="connsiteY4-452" fmla="*/ 1452423 h 3082645"/>
              <a:gd name="connsiteX5-453" fmla="*/ 2679023 w 3490663"/>
              <a:gd name="connsiteY5-454" fmla="*/ 88887 h 3082645"/>
              <a:gd name="connsiteX6-455" fmla="*/ 2525053 w 3490663"/>
              <a:gd name="connsiteY6-456" fmla="*/ 0 h 3082645"/>
              <a:gd name="connsiteX7-457" fmla="*/ 950578 w 3490663"/>
              <a:gd name="connsiteY7-458" fmla="*/ 0 h 3082645"/>
              <a:gd name="connsiteX8-459" fmla="*/ 796625 w 3490663"/>
              <a:gd name="connsiteY8-460" fmla="*/ 88900 h 3082645"/>
              <a:gd name="connsiteX9-461" fmla="*/ 9392 w 3490663"/>
              <a:gd name="connsiteY9-462" fmla="*/ 1452436 h 3082645"/>
              <a:gd name="connsiteX10-463" fmla="*/ 9400 w 3490663"/>
              <a:gd name="connsiteY10-464" fmla="*/ 1630223 h 3082645"/>
              <a:gd name="connsiteX11-465" fmla="*/ 796633 w 3490663"/>
              <a:gd name="connsiteY11-466" fmla="*/ 2993759 h 3082645"/>
              <a:gd name="connsiteX12-467" fmla="*/ 950603 w 3490663"/>
              <a:gd name="connsiteY12-468" fmla="*/ 3082645 h 3082645"/>
              <a:gd name="connsiteX0-469" fmla="*/ 965611 w 3505671"/>
              <a:gd name="connsiteY0-470" fmla="*/ 3082645 h 3082645"/>
              <a:gd name="connsiteX1-471" fmla="*/ 2540085 w 3505671"/>
              <a:gd name="connsiteY1-472" fmla="*/ 3082645 h 3082645"/>
              <a:gd name="connsiteX2-473" fmla="*/ 2694038 w 3505671"/>
              <a:gd name="connsiteY2-474" fmla="*/ 2993745 h 3082645"/>
              <a:gd name="connsiteX3-475" fmla="*/ 3481271 w 3505671"/>
              <a:gd name="connsiteY3-476" fmla="*/ 1630209 h 3082645"/>
              <a:gd name="connsiteX4-477" fmla="*/ 3481264 w 3505671"/>
              <a:gd name="connsiteY4-478" fmla="*/ 1452423 h 3082645"/>
              <a:gd name="connsiteX5-479" fmla="*/ 2694031 w 3505671"/>
              <a:gd name="connsiteY5-480" fmla="*/ 88887 h 3082645"/>
              <a:gd name="connsiteX6-481" fmla="*/ 2540061 w 3505671"/>
              <a:gd name="connsiteY6-482" fmla="*/ 0 h 3082645"/>
              <a:gd name="connsiteX7-483" fmla="*/ 965586 w 3505671"/>
              <a:gd name="connsiteY7-484" fmla="*/ 0 h 3082645"/>
              <a:gd name="connsiteX8-485" fmla="*/ 811633 w 3505671"/>
              <a:gd name="connsiteY8-486" fmla="*/ 88900 h 3082645"/>
              <a:gd name="connsiteX9-487" fmla="*/ 24400 w 3505671"/>
              <a:gd name="connsiteY9-488" fmla="*/ 1452436 h 3082645"/>
              <a:gd name="connsiteX10-489" fmla="*/ 24408 w 3505671"/>
              <a:gd name="connsiteY10-490" fmla="*/ 1630223 h 3082645"/>
              <a:gd name="connsiteX11-491" fmla="*/ 811641 w 3505671"/>
              <a:gd name="connsiteY11-492" fmla="*/ 2993759 h 3082645"/>
              <a:gd name="connsiteX12-493" fmla="*/ 965611 w 3505671"/>
              <a:gd name="connsiteY12-494" fmla="*/ 3082645 h 3082645"/>
              <a:gd name="connsiteX0-495" fmla="*/ 965611 w 3505671"/>
              <a:gd name="connsiteY0-496" fmla="*/ 3082645 h 3082645"/>
              <a:gd name="connsiteX1-497" fmla="*/ 2540085 w 3505671"/>
              <a:gd name="connsiteY1-498" fmla="*/ 3082645 h 3082645"/>
              <a:gd name="connsiteX2-499" fmla="*/ 2694038 w 3505671"/>
              <a:gd name="connsiteY2-500" fmla="*/ 2993745 h 3082645"/>
              <a:gd name="connsiteX3-501" fmla="*/ 3481271 w 3505671"/>
              <a:gd name="connsiteY3-502" fmla="*/ 1630209 h 3082645"/>
              <a:gd name="connsiteX4-503" fmla="*/ 3481264 w 3505671"/>
              <a:gd name="connsiteY4-504" fmla="*/ 1452423 h 3082645"/>
              <a:gd name="connsiteX5-505" fmla="*/ 2694031 w 3505671"/>
              <a:gd name="connsiteY5-506" fmla="*/ 88887 h 3082645"/>
              <a:gd name="connsiteX6-507" fmla="*/ 2540061 w 3505671"/>
              <a:gd name="connsiteY6-508" fmla="*/ 0 h 3082645"/>
              <a:gd name="connsiteX7-509" fmla="*/ 965586 w 3505671"/>
              <a:gd name="connsiteY7-510" fmla="*/ 0 h 3082645"/>
              <a:gd name="connsiteX8-511" fmla="*/ 811633 w 3505671"/>
              <a:gd name="connsiteY8-512" fmla="*/ 88900 h 3082645"/>
              <a:gd name="connsiteX9-513" fmla="*/ 24400 w 3505671"/>
              <a:gd name="connsiteY9-514" fmla="*/ 1452436 h 3082645"/>
              <a:gd name="connsiteX10-515" fmla="*/ 24408 w 3505671"/>
              <a:gd name="connsiteY10-516" fmla="*/ 1630223 h 3082645"/>
              <a:gd name="connsiteX11-517" fmla="*/ 811641 w 3505671"/>
              <a:gd name="connsiteY11-518" fmla="*/ 2993759 h 3082645"/>
              <a:gd name="connsiteX12-519" fmla="*/ 965611 w 3505671"/>
              <a:gd name="connsiteY12-520" fmla="*/ 3082645 h 3082645"/>
              <a:gd name="connsiteX0-521" fmla="*/ 965611 w 3505671"/>
              <a:gd name="connsiteY0-522" fmla="*/ 3082645 h 3082645"/>
              <a:gd name="connsiteX1-523" fmla="*/ 2540085 w 3505671"/>
              <a:gd name="connsiteY1-524" fmla="*/ 3082645 h 3082645"/>
              <a:gd name="connsiteX2-525" fmla="*/ 2694038 w 3505671"/>
              <a:gd name="connsiteY2-526" fmla="*/ 2993745 h 3082645"/>
              <a:gd name="connsiteX3-527" fmla="*/ 3481271 w 3505671"/>
              <a:gd name="connsiteY3-528" fmla="*/ 1630209 h 3082645"/>
              <a:gd name="connsiteX4-529" fmla="*/ 3481264 w 3505671"/>
              <a:gd name="connsiteY4-530" fmla="*/ 1452423 h 3082645"/>
              <a:gd name="connsiteX5-531" fmla="*/ 2694031 w 3505671"/>
              <a:gd name="connsiteY5-532" fmla="*/ 88887 h 3082645"/>
              <a:gd name="connsiteX6-533" fmla="*/ 2540061 w 3505671"/>
              <a:gd name="connsiteY6-534" fmla="*/ 0 h 3082645"/>
              <a:gd name="connsiteX7-535" fmla="*/ 965586 w 3505671"/>
              <a:gd name="connsiteY7-536" fmla="*/ 0 h 3082645"/>
              <a:gd name="connsiteX8-537" fmla="*/ 811633 w 3505671"/>
              <a:gd name="connsiteY8-538" fmla="*/ 88900 h 3082645"/>
              <a:gd name="connsiteX9-539" fmla="*/ 24400 w 3505671"/>
              <a:gd name="connsiteY9-540" fmla="*/ 1452436 h 3082645"/>
              <a:gd name="connsiteX10-541" fmla="*/ 24408 w 3505671"/>
              <a:gd name="connsiteY10-542" fmla="*/ 1630223 h 3082645"/>
              <a:gd name="connsiteX11-543" fmla="*/ 811641 w 3505671"/>
              <a:gd name="connsiteY11-544" fmla="*/ 2993759 h 3082645"/>
              <a:gd name="connsiteX12-545" fmla="*/ 965611 w 3505671"/>
              <a:gd name="connsiteY12-546" fmla="*/ 3082645 h 3082645"/>
              <a:gd name="connsiteX0-547" fmla="*/ 965611 w 3505671"/>
              <a:gd name="connsiteY0-548" fmla="*/ 3082645 h 3082645"/>
              <a:gd name="connsiteX1-549" fmla="*/ 2540085 w 3505671"/>
              <a:gd name="connsiteY1-550" fmla="*/ 3082645 h 3082645"/>
              <a:gd name="connsiteX2-551" fmla="*/ 2694038 w 3505671"/>
              <a:gd name="connsiteY2-552" fmla="*/ 2993745 h 3082645"/>
              <a:gd name="connsiteX3-553" fmla="*/ 3481271 w 3505671"/>
              <a:gd name="connsiteY3-554" fmla="*/ 1630209 h 3082645"/>
              <a:gd name="connsiteX4-555" fmla="*/ 3481264 w 3505671"/>
              <a:gd name="connsiteY4-556" fmla="*/ 1452423 h 3082645"/>
              <a:gd name="connsiteX5-557" fmla="*/ 2694031 w 3505671"/>
              <a:gd name="connsiteY5-558" fmla="*/ 88887 h 3082645"/>
              <a:gd name="connsiteX6-559" fmla="*/ 2540061 w 3505671"/>
              <a:gd name="connsiteY6-560" fmla="*/ 0 h 3082645"/>
              <a:gd name="connsiteX7-561" fmla="*/ 965586 w 3505671"/>
              <a:gd name="connsiteY7-562" fmla="*/ 0 h 3082645"/>
              <a:gd name="connsiteX8-563" fmla="*/ 811633 w 3505671"/>
              <a:gd name="connsiteY8-564" fmla="*/ 88900 h 3082645"/>
              <a:gd name="connsiteX9-565" fmla="*/ 24400 w 3505671"/>
              <a:gd name="connsiteY9-566" fmla="*/ 1452436 h 3082645"/>
              <a:gd name="connsiteX10-567" fmla="*/ 24408 w 3505671"/>
              <a:gd name="connsiteY10-568" fmla="*/ 1630223 h 3082645"/>
              <a:gd name="connsiteX11-569" fmla="*/ 811641 w 3505671"/>
              <a:gd name="connsiteY11-570" fmla="*/ 2993759 h 3082645"/>
              <a:gd name="connsiteX12-571" fmla="*/ 965611 w 3505671"/>
              <a:gd name="connsiteY12-572" fmla="*/ 3082645 h 30826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05671" h="3082645">
                <a:moveTo>
                  <a:pt x="965611" y="3082645"/>
                </a:moveTo>
                <a:cubicBezTo>
                  <a:pt x="1030690" y="3082645"/>
                  <a:pt x="2475006" y="3082646"/>
                  <a:pt x="2540085" y="3082645"/>
                </a:cubicBezTo>
                <a:cubicBezTo>
                  <a:pt x="2605164" y="3082646"/>
                  <a:pt x="2661499" y="3050107"/>
                  <a:pt x="2694038" y="2993745"/>
                </a:cubicBezTo>
                <a:cubicBezTo>
                  <a:pt x="2726578" y="2937386"/>
                  <a:pt x="3448731" y="1686570"/>
                  <a:pt x="3481271" y="1630209"/>
                </a:cubicBezTo>
                <a:cubicBezTo>
                  <a:pt x="3513810" y="1573850"/>
                  <a:pt x="3513803" y="1508784"/>
                  <a:pt x="3481264" y="1452423"/>
                </a:cubicBezTo>
                <a:cubicBezTo>
                  <a:pt x="3448724" y="1396064"/>
                  <a:pt x="2726570" y="145248"/>
                  <a:pt x="2694031" y="88887"/>
                </a:cubicBezTo>
                <a:cubicBezTo>
                  <a:pt x="2661492" y="32528"/>
                  <a:pt x="2605139" y="1"/>
                  <a:pt x="2540061" y="0"/>
                </a:cubicBezTo>
                <a:cubicBezTo>
                  <a:pt x="2474982" y="1"/>
                  <a:pt x="1030665" y="1"/>
                  <a:pt x="965586" y="0"/>
                </a:cubicBezTo>
                <a:cubicBezTo>
                  <a:pt x="900507" y="1"/>
                  <a:pt x="844173" y="32540"/>
                  <a:pt x="811633" y="88900"/>
                </a:cubicBezTo>
                <a:cubicBezTo>
                  <a:pt x="779094" y="145261"/>
                  <a:pt x="56940" y="1396077"/>
                  <a:pt x="24400" y="1452436"/>
                </a:cubicBezTo>
                <a:cubicBezTo>
                  <a:pt x="-8139" y="1508797"/>
                  <a:pt x="-8132" y="1573863"/>
                  <a:pt x="24408" y="1630223"/>
                </a:cubicBezTo>
                <a:cubicBezTo>
                  <a:pt x="56947" y="1686584"/>
                  <a:pt x="779101" y="2937400"/>
                  <a:pt x="811641" y="2993759"/>
                </a:cubicBezTo>
                <a:cubicBezTo>
                  <a:pt x="844180" y="3050120"/>
                  <a:pt x="900532" y="3082645"/>
                  <a:pt x="965611" y="3082645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9017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00" b="1">
              <a:solidFill>
                <a:schemeClr val="lt1"/>
              </a:solidFill>
              <a:sym typeface="+mn-ea"/>
            </a:endParaRPr>
          </a:p>
        </p:txBody>
      </p:sp>
      <p:sp>
        <p:nvSpPr>
          <p:cNvPr id="26" name="任意多边形: 形状 14296"/>
          <p:cNvSpPr/>
          <p:nvPr>
            <p:custDataLst>
              <p:tags r:id="rId8"/>
            </p:custDataLst>
          </p:nvPr>
        </p:nvSpPr>
        <p:spPr>
          <a:xfrm rot="1800000">
            <a:off x="8018877" y="4413822"/>
            <a:ext cx="604768" cy="531972"/>
          </a:xfrm>
          <a:custGeom>
            <a:avLst/>
            <a:gdLst>
              <a:gd name="connsiteX0" fmla="*/ 950601 w 3475650"/>
              <a:gd name="connsiteY0" fmla="*/ 3082645 h 3082645"/>
              <a:gd name="connsiteX1" fmla="*/ 2525075 w 3475650"/>
              <a:gd name="connsiteY1" fmla="*/ 3082645 h 3082645"/>
              <a:gd name="connsiteX2" fmla="*/ 2679028 w 3475650"/>
              <a:gd name="connsiteY2" fmla="*/ 2993745 h 3082645"/>
              <a:gd name="connsiteX3" fmla="*/ 3466261 w 3475650"/>
              <a:gd name="connsiteY3" fmla="*/ 1630209 h 3082645"/>
              <a:gd name="connsiteX4" fmla="*/ 3466254 w 3475650"/>
              <a:gd name="connsiteY4" fmla="*/ 1452423 h 3082645"/>
              <a:gd name="connsiteX5" fmla="*/ 2679021 w 3475650"/>
              <a:gd name="connsiteY5" fmla="*/ 88887 h 3082645"/>
              <a:gd name="connsiteX6" fmla="*/ 2525051 w 3475650"/>
              <a:gd name="connsiteY6" fmla="*/ 0 h 3082645"/>
              <a:gd name="connsiteX7" fmla="*/ 950576 w 3475650"/>
              <a:gd name="connsiteY7" fmla="*/ 0 h 3082645"/>
              <a:gd name="connsiteX8" fmla="*/ 796623 w 3475650"/>
              <a:gd name="connsiteY8" fmla="*/ 88900 h 3082645"/>
              <a:gd name="connsiteX9" fmla="*/ 9390 w 3475650"/>
              <a:gd name="connsiteY9" fmla="*/ 1452436 h 3082645"/>
              <a:gd name="connsiteX10" fmla="*/ 9398 w 3475650"/>
              <a:gd name="connsiteY10" fmla="*/ 1630223 h 3082645"/>
              <a:gd name="connsiteX11" fmla="*/ 796631 w 3475650"/>
              <a:gd name="connsiteY11" fmla="*/ 2993759 h 3082645"/>
              <a:gd name="connsiteX12" fmla="*/ 950601 w 3475650"/>
              <a:gd name="connsiteY12" fmla="*/ 3082645 h 3082645"/>
              <a:gd name="connsiteX0-1" fmla="*/ 950601 w 3475650"/>
              <a:gd name="connsiteY0-2" fmla="*/ 3082645 h 3082645"/>
              <a:gd name="connsiteX1-3" fmla="*/ 2525075 w 3475650"/>
              <a:gd name="connsiteY1-4" fmla="*/ 3082645 h 3082645"/>
              <a:gd name="connsiteX2-5" fmla="*/ 2679028 w 3475650"/>
              <a:gd name="connsiteY2-6" fmla="*/ 2993745 h 3082645"/>
              <a:gd name="connsiteX3-7" fmla="*/ 3466261 w 3475650"/>
              <a:gd name="connsiteY3-8" fmla="*/ 1630209 h 3082645"/>
              <a:gd name="connsiteX4-9" fmla="*/ 3466254 w 3475650"/>
              <a:gd name="connsiteY4-10" fmla="*/ 1452423 h 3082645"/>
              <a:gd name="connsiteX5-11" fmla="*/ 2679021 w 3475650"/>
              <a:gd name="connsiteY5-12" fmla="*/ 88887 h 3082645"/>
              <a:gd name="connsiteX6-13" fmla="*/ 2525051 w 3475650"/>
              <a:gd name="connsiteY6-14" fmla="*/ 0 h 3082645"/>
              <a:gd name="connsiteX7-15" fmla="*/ 950576 w 3475650"/>
              <a:gd name="connsiteY7-16" fmla="*/ 0 h 3082645"/>
              <a:gd name="connsiteX8-17" fmla="*/ 796623 w 3475650"/>
              <a:gd name="connsiteY8-18" fmla="*/ 88900 h 3082645"/>
              <a:gd name="connsiteX9-19" fmla="*/ 9390 w 3475650"/>
              <a:gd name="connsiteY9-20" fmla="*/ 1452436 h 3082645"/>
              <a:gd name="connsiteX10-21" fmla="*/ 9398 w 3475650"/>
              <a:gd name="connsiteY10-22" fmla="*/ 1630223 h 3082645"/>
              <a:gd name="connsiteX11-23" fmla="*/ 796631 w 3475650"/>
              <a:gd name="connsiteY11-24" fmla="*/ 2993759 h 3082645"/>
              <a:gd name="connsiteX12-25" fmla="*/ 950601 w 3475650"/>
              <a:gd name="connsiteY12-26" fmla="*/ 3082645 h 3082645"/>
              <a:gd name="connsiteX0-27" fmla="*/ 950601 w 3475650"/>
              <a:gd name="connsiteY0-28" fmla="*/ 3082645 h 3082645"/>
              <a:gd name="connsiteX1-29" fmla="*/ 2525075 w 3475650"/>
              <a:gd name="connsiteY1-30" fmla="*/ 3082645 h 3082645"/>
              <a:gd name="connsiteX2-31" fmla="*/ 2679028 w 3475650"/>
              <a:gd name="connsiteY2-32" fmla="*/ 2993745 h 3082645"/>
              <a:gd name="connsiteX3-33" fmla="*/ 3466261 w 3475650"/>
              <a:gd name="connsiteY3-34" fmla="*/ 1630209 h 3082645"/>
              <a:gd name="connsiteX4-35" fmla="*/ 3466254 w 3475650"/>
              <a:gd name="connsiteY4-36" fmla="*/ 1452423 h 3082645"/>
              <a:gd name="connsiteX5-37" fmla="*/ 2679021 w 3475650"/>
              <a:gd name="connsiteY5-38" fmla="*/ 88887 h 3082645"/>
              <a:gd name="connsiteX6-39" fmla="*/ 2525051 w 3475650"/>
              <a:gd name="connsiteY6-40" fmla="*/ 0 h 3082645"/>
              <a:gd name="connsiteX7-41" fmla="*/ 950576 w 3475650"/>
              <a:gd name="connsiteY7-42" fmla="*/ 0 h 3082645"/>
              <a:gd name="connsiteX8-43" fmla="*/ 796623 w 3475650"/>
              <a:gd name="connsiteY8-44" fmla="*/ 88900 h 3082645"/>
              <a:gd name="connsiteX9-45" fmla="*/ 9390 w 3475650"/>
              <a:gd name="connsiteY9-46" fmla="*/ 1452436 h 3082645"/>
              <a:gd name="connsiteX10-47" fmla="*/ 9398 w 3475650"/>
              <a:gd name="connsiteY10-48" fmla="*/ 1630223 h 3082645"/>
              <a:gd name="connsiteX11-49" fmla="*/ 796631 w 3475650"/>
              <a:gd name="connsiteY11-50" fmla="*/ 2993759 h 3082645"/>
              <a:gd name="connsiteX12-51" fmla="*/ 950601 w 3475650"/>
              <a:gd name="connsiteY12-52" fmla="*/ 3082645 h 3082645"/>
              <a:gd name="connsiteX0-53" fmla="*/ 950601 w 3475650"/>
              <a:gd name="connsiteY0-54" fmla="*/ 3082645 h 3082645"/>
              <a:gd name="connsiteX1-55" fmla="*/ 2525075 w 3475650"/>
              <a:gd name="connsiteY1-56" fmla="*/ 3082645 h 3082645"/>
              <a:gd name="connsiteX2-57" fmla="*/ 2679028 w 3475650"/>
              <a:gd name="connsiteY2-58" fmla="*/ 2993745 h 3082645"/>
              <a:gd name="connsiteX3-59" fmla="*/ 3466261 w 3475650"/>
              <a:gd name="connsiteY3-60" fmla="*/ 1630209 h 3082645"/>
              <a:gd name="connsiteX4-61" fmla="*/ 3466254 w 3475650"/>
              <a:gd name="connsiteY4-62" fmla="*/ 1452423 h 3082645"/>
              <a:gd name="connsiteX5-63" fmla="*/ 2679021 w 3475650"/>
              <a:gd name="connsiteY5-64" fmla="*/ 88887 h 3082645"/>
              <a:gd name="connsiteX6-65" fmla="*/ 2525051 w 3475650"/>
              <a:gd name="connsiteY6-66" fmla="*/ 0 h 3082645"/>
              <a:gd name="connsiteX7-67" fmla="*/ 950576 w 3475650"/>
              <a:gd name="connsiteY7-68" fmla="*/ 0 h 3082645"/>
              <a:gd name="connsiteX8-69" fmla="*/ 796623 w 3475650"/>
              <a:gd name="connsiteY8-70" fmla="*/ 88900 h 3082645"/>
              <a:gd name="connsiteX9-71" fmla="*/ 9390 w 3475650"/>
              <a:gd name="connsiteY9-72" fmla="*/ 1452436 h 3082645"/>
              <a:gd name="connsiteX10-73" fmla="*/ 9398 w 3475650"/>
              <a:gd name="connsiteY10-74" fmla="*/ 1630223 h 3082645"/>
              <a:gd name="connsiteX11-75" fmla="*/ 796631 w 3475650"/>
              <a:gd name="connsiteY11-76" fmla="*/ 2993759 h 3082645"/>
              <a:gd name="connsiteX12-77" fmla="*/ 950601 w 3475650"/>
              <a:gd name="connsiteY12-78" fmla="*/ 3082645 h 3082645"/>
              <a:gd name="connsiteX0-79" fmla="*/ 950601 w 3475650"/>
              <a:gd name="connsiteY0-80" fmla="*/ 3082645 h 3082645"/>
              <a:gd name="connsiteX1-81" fmla="*/ 2525075 w 3475650"/>
              <a:gd name="connsiteY1-82" fmla="*/ 3082645 h 3082645"/>
              <a:gd name="connsiteX2-83" fmla="*/ 2679028 w 3475650"/>
              <a:gd name="connsiteY2-84" fmla="*/ 2993745 h 3082645"/>
              <a:gd name="connsiteX3-85" fmla="*/ 3466261 w 3475650"/>
              <a:gd name="connsiteY3-86" fmla="*/ 1630209 h 3082645"/>
              <a:gd name="connsiteX4-87" fmla="*/ 3466254 w 3475650"/>
              <a:gd name="connsiteY4-88" fmla="*/ 1452423 h 3082645"/>
              <a:gd name="connsiteX5-89" fmla="*/ 2679021 w 3475650"/>
              <a:gd name="connsiteY5-90" fmla="*/ 88887 h 3082645"/>
              <a:gd name="connsiteX6-91" fmla="*/ 2525051 w 3475650"/>
              <a:gd name="connsiteY6-92" fmla="*/ 0 h 3082645"/>
              <a:gd name="connsiteX7-93" fmla="*/ 950576 w 3475650"/>
              <a:gd name="connsiteY7-94" fmla="*/ 0 h 3082645"/>
              <a:gd name="connsiteX8-95" fmla="*/ 796623 w 3475650"/>
              <a:gd name="connsiteY8-96" fmla="*/ 88900 h 3082645"/>
              <a:gd name="connsiteX9-97" fmla="*/ 9390 w 3475650"/>
              <a:gd name="connsiteY9-98" fmla="*/ 1452436 h 3082645"/>
              <a:gd name="connsiteX10-99" fmla="*/ 9398 w 3475650"/>
              <a:gd name="connsiteY10-100" fmla="*/ 1630223 h 3082645"/>
              <a:gd name="connsiteX11-101" fmla="*/ 796631 w 3475650"/>
              <a:gd name="connsiteY11-102" fmla="*/ 2993759 h 3082645"/>
              <a:gd name="connsiteX12-103" fmla="*/ 950601 w 3475650"/>
              <a:gd name="connsiteY12-104" fmla="*/ 3082645 h 3082645"/>
              <a:gd name="connsiteX0-105" fmla="*/ 950601 w 3475650"/>
              <a:gd name="connsiteY0-106" fmla="*/ 3082645 h 3082645"/>
              <a:gd name="connsiteX1-107" fmla="*/ 2525075 w 3475650"/>
              <a:gd name="connsiteY1-108" fmla="*/ 3082645 h 3082645"/>
              <a:gd name="connsiteX2-109" fmla="*/ 2679028 w 3475650"/>
              <a:gd name="connsiteY2-110" fmla="*/ 2993745 h 3082645"/>
              <a:gd name="connsiteX3-111" fmla="*/ 3466261 w 3475650"/>
              <a:gd name="connsiteY3-112" fmla="*/ 1630209 h 3082645"/>
              <a:gd name="connsiteX4-113" fmla="*/ 3466254 w 3475650"/>
              <a:gd name="connsiteY4-114" fmla="*/ 1452423 h 3082645"/>
              <a:gd name="connsiteX5-115" fmla="*/ 2679021 w 3475650"/>
              <a:gd name="connsiteY5-116" fmla="*/ 88887 h 3082645"/>
              <a:gd name="connsiteX6-117" fmla="*/ 2525051 w 3475650"/>
              <a:gd name="connsiteY6-118" fmla="*/ 0 h 3082645"/>
              <a:gd name="connsiteX7-119" fmla="*/ 950576 w 3475650"/>
              <a:gd name="connsiteY7-120" fmla="*/ 0 h 3082645"/>
              <a:gd name="connsiteX8-121" fmla="*/ 796623 w 3475650"/>
              <a:gd name="connsiteY8-122" fmla="*/ 88900 h 3082645"/>
              <a:gd name="connsiteX9-123" fmla="*/ 9390 w 3475650"/>
              <a:gd name="connsiteY9-124" fmla="*/ 1452436 h 3082645"/>
              <a:gd name="connsiteX10-125" fmla="*/ 9398 w 3475650"/>
              <a:gd name="connsiteY10-126" fmla="*/ 1630223 h 3082645"/>
              <a:gd name="connsiteX11-127" fmla="*/ 796631 w 3475650"/>
              <a:gd name="connsiteY11-128" fmla="*/ 2993759 h 3082645"/>
              <a:gd name="connsiteX12-129" fmla="*/ 950601 w 3475650"/>
              <a:gd name="connsiteY12-130" fmla="*/ 3082645 h 3082645"/>
              <a:gd name="connsiteX0-131" fmla="*/ 950601 w 3475653"/>
              <a:gd name="connsiteY0-132" fmla="*/ 3082645 h 3082645"/>
              <a:gd name="connsiteX1-133" fmla="*/ 2525075 w 3475653"/>
              <a:gd name="connsiteY1-134" fmla="*/ 3082645 h 3082645"/>
              <a:gd name="connsiteX2-135" fmla="*/ 2679028 w 3475653"/>
              <a:gd name="connsiteY2-136" fmla="*/ 2993745 h 3082645"/>
              <a:gd name="connsiteX3-137" fmla="*/ 3466261 w 3475653"/>
              <a:gd name="connsiteY3-138" fmla="*/ 1630209 h 3082645"/>
              <a:gd name="connsiteX4-139" fmla="*/ 3466254 w 3475653"/>
              <a:gd name="connsiteY4-140" fmla="*/ 1452423 h 3082645"/>
              <a:gd name="connsiteX5-141" fmla="*/ 2679021 w 3475653"/>
              <a:gd name="connsiteY5-142" fmla="*/ 88887 h 3082645"/>
              <a:gd name="connsiteX6-143" fmla="*/ 2525051 w 3475653"/>
              <a:gd name="connsiteY6-144" fmla="*/ 0 h 3082645"/>
              <a:gd name="connsiteX7-145" fmla="*/ 950576 w 3475653"/>
              <a:gd name="connsiteY7-146" fmla="*/ 0 h 3082645"/>
              <a:gd name="connsiteX8-147" fmla="*/ 796623 w 3475653"/>
              <a:gd name="connsiteY8-148" fmla="*/ 88900 h 3082645"/>
              <a:gd name="connsiteX9-149" fmla="*/ 9390 w 3475653"/>
              <a:gd name="connsiteY9-150" fmla="*/ 1452436 h 3082645"/>
              <a:gd name="connsiteX10-151" fmla="*/ 9398 w 3475653"/>
              <a:gd name="connsiteY10-152" fmla="*/ 1630223 h 3082645"/>
              <a:gd name="connsiteX11-153" fmla="*/ 796631 w 3475653"/>
              <a:gd name="connsiteY11-154" fmla="*/ 2993759 h 3082645"/>
              <a:gd name="connsiteX12-155" fmla="*/ 950601 w 3475653"/>
              <a:gd name="connsiteY12-156" fmla="*/ 3082645 h 3082645"/>
              <a:gd name="connsiteX0-157" fmla="*/ 950601 w 3490661"/>
              <a:gd name="connsiteY0-158" fmla="*/ 3082645 h 3082645"/>
              <a:gd name="connsiteX1-159" fmla="*/ 2525075 w 3490661"/>
              <a:gd name="connsiteY1-160" fmla="*/ 3082645 h 3082645"/>
              <a:gd name="connsiteX2-161" fmla="*/ 2679028 w 3490661"/>
              <a:gd name="connsiteY2-162" fmla="*/ 2993745 h 3082645"/>
              <a:gd name="connsiteX3-163" fmla="*/ 3466261 w 3490661"/>
              <a:gd name="connsiteY3-164" fmla="*/ 1630209 h 3082645"/>
              <a:gd name="connsiteX4-165" fmla="*/ 3466254 w 3490661"/>
              <a:gd name="connsiteY4-166" fmla="*/ 1452423 h 3082645"/>
              <a:gd name="connsiteX5-167" fmla="*/ 2679021 w 3490661"/>
              <a:gd name="connsiteY5-168" fmla="*/ 88887 h 3082645"/>
              <a:gd name="connsiteX6-169" fmla="*/ 2525051 w 3490661"/>
              <a:gd name="connsiteY6-170" fmla="*/ 0 h 3082645"/>
              <a:gd name="connsiteX7-171" fmla="*/ 950576 w 3490661"/>
              <a:gd name="connsiteY7-172" fmla="*/ 0 h 3082645"/>
              <a:gd name="connsiteX8-173" fmla="*/ 796623 w 3490661"/>
              <a:gd name="connsiteY8-174" fmla="*/ 88900 h 3082645"/>
              <a:gd name="connsiteX9-175" fmla="*/ 9390 w 3490661"/>
              <a:gd name="connsiteY9-176" fmla="*/ 1452436 h 3082645"/>
              <a:gd name="connsiteX10-177" fmla="*/ 9398 w 3490661"/>
              <a:gd name="connsiteY10-178" fmla="*/ 1630223 h 3082645"/>
              <a:gd name="connsiteX11-179" fmla="*/ 796631 w 3490661"/>
              <a:gd name="connsiteY11-180" fmla="*/ 2993759 h 3082645"/>
              <a:gd name="connsiteX12-181" fmla="*/ 950601 w 3490661"/>
              <a:gd name="connsiteY12-182" fmla="*/ 3082645 h 3082645"/>
              <a:gd name="connsiteX0-183" fmla="*/ 950601 w 3490661"/>
              <a:gd name="connsiteY0-184" fmla="*/ 3082645 h 3082645"/>
              <a:gd name="connsiteX1-185" fmla="*/ 2525075 w 3490661"/>
              <a:gd name="connsiteY1-186" fmla="*/ 3082645 h 3082645"/>
              <a:gd name="connsiteX2-187" fmla="*/ 2679028 w 3490661"/>
              <a:gd name="connsiteY2-188" fmla="*/ 2993745 h 3082645"/>
              <a:gd name="connsiteX3-189" fmla="*/ 3466261 w 3490661"/>
              <a:gd name="connsiteY3-190" fmla="*/ 1630209 h 3082645"/>
              <a:gd name="connsiteX4-191" fmla="*/ 3466254 w 3490661"/>
              <a:gd name="connsiteY4-192" fmla="*/ 1452423 h 3082645"/>
              <a:gd name="connsiteX5-193" fmla="*/ 2679021 w 3490661"/>
              <a:gd name="connsiteY5-194" fmla="*/ 88887 h 3082645"/>
              <a:gd name="connsiteX6-195" fmla="*/ 2525051 w 3490661"/>
              <a:gd name="connsiteY6-196" fmla="*/ 0 h 3082645"/>
              <a:gd name="connsiteX7-197" fmla="*/ 950576 w 3490661"/>
              <a:gd name="connsiteY7-198" fmla="*/ 0 h 3082645"/>
              <a:gd name="connsiteX8-199" fmla="*/ 796623 w 3490661"/>
              <a:gd name="connsiteY8-200" fmla="*/ 88900 h 3082645"/>
              <a:gd name="connsiteX9-201" fmla="*/ 9390 w 3490661"/>
              <a:gd name="connsiteY9-202" fmla="*/ 1452436 h 3082645"/>
              <a:gd name="connsiteX10-203" fmla="*/ 9398 w 3490661"/>
              <a:gd name="connsiteY10-204" fmla="*/ 1630223 h 3082645"/>
              <a:gd name="connsiteX11-205" fmla="*/ 796631 w 3490661"/>
              <a:gd name="connsiteY11-206" fmla="*/ 2993759 h 3082645"/>
              <a:gd name="connsiteX12-207" fmla="*/ 950601 w 3490661"/>
              <a:gd name="connsiteY12-208" fmla="*/ 3082645 h 3082645"/>
              <a:gd name="connsiteX0-209" fmla="*/ 950601 w 3490661"/>
              <a:gd name="connsiteY0-210" fmla="*/ 3082645 h 3082645"/>
              <a:gd name="connsiteX1-211" fmla="*/ 2525075 w 3490661"/>
              <a:gd name="connsiteY1-212" fmla="*/ 3082645 h 3082645"/>
              <a:gd name="connsiteX2-213" fmla="*/ 2679028 w 3490661"/>
              <a:gd name="connsiteY2-214" fmla="*/ 2993745 h 3082645"/>
              <a:gd name="connsiteX3-215" fmla="*/ 3466261 w 3490661"/>
              <a:gd name="connsiteY3-216" fmla="*/ 1630209 h 3082645"/>
              <a:gd name="connsiteX4-217" fmla="*/ 3466254 w 3490661"/>
              <a:gd name="connsiteY4-218" fmla="*/ 1452423 h 3082645"/>
              <a:gd name="connsiteX5-219" fmla="*/ 2679021 w 3490661"/>
              <a:gd name="connsiteY5-220" fmla="*/ 88887 h 3082645"/>
              <a:gd name="connsiteX6-221" fmla="*/ 2525051 w 3490661"/>
              <a:gd name="connsiteY6-222" fmla="*/ 0 h 3082645"/>
              <a:gd name="connsiteX7-223" fmla="*/ 950576 w 3490661"/>
              <a:gd name="connsiteY7-224" fmla="*/ 0 h 3082645"/>
              <a:gd name="connsiteX8-225" fmla="*/ 796623 w 3490661"/>
              <a:gd name="connsiteY8-226" fmla="*/ 88900 h 3082645"/>
              <a:gd name="connsiteX9-227" fmla="*/ 9390 w 3490661"/>
              <a:gd name="connsiteY9-228" fmla="*/ 1452436 h 3082645"/>
              <a:gd name="connsiteX10-229" fmla="*/ 9398 w 3490661"/>
              <a:gd name="connsiteY10-230" fmla="*/ 1630223 h 3082645"/>
              <a:gd name="connsiteX11-231" fmla="*/ 796631 w 3490661"/>
              <a:gd name="connsiteY11-232" fmla="*/ 2993759 h 3082645"/>
              <a:gd name="connsiteX12-233" fmla="*/ 950601 w 3490661"/>
              <a:gd name="connsiteY12-234" fmla="*/ 3082645 h 3082645"/>
              <a:gd name="connsiteX0-235" fmla="*/ 950601 w 3490661"/>
              <a:gd name="connsiteY0-236" fmla="*/ 3082645 h 3082645"/>
              <a:gd name="connsiteX1-237" fmla="*/ 2525075 w 3490661"/>
              <a:gd name="connsiteY1-238" fmla="*/ 3082645 h 3082645"/>
              <a:gd name="connsiteX2-239" fmla="*/ 2679028 w 3490661"/>
              <a:gd name="connsiteY2-240" fmla="*/ 2993745 h 3082645"/>
              <a:gd name="connsiteX3-241" fmla="*/ 3466261 w 3490661"/>
              <a:gd name="connsiteY3-242" fmla="*/ 1630209 h 3082645"/>
              <a:gd name="connsiteX4-243" fmla="*/ 3466254 w 3490661"/>
              <a:gd name="connsiteY4-244" fmla="*/ 1452423 h 3082645"/>
              <a:gd name="connsiteX5-245" fmla="*/ 2679021 w 3490661"/>
              <a:gd name="connsiteY5-246" fmla="*/ 88887 h 3082645"/>
              <a:gd name="connsiteX6-247" fmla="*/ 2525051 w 3490661"/>
              <a:gd name="connsiteY6-248" fmla="*/ 0 h 3082645"/>
              <a:gd name="connsiteX7-249" fmla="*/ 950576 w 3490661"/>
              <a:gd name="connsiteY7-250" fmla="*/ 0 h 3082645"/>
              <a:gd name="connsiteX8-251" fmla="*/ 796623 w 3490661"/>
              <a:gd name="connsiteY8-252" fmla="*/ 88900 h 3082645"/>
              <a:gd name="connsiteX9-253" fmla="*/ 9390 w 3490661"/>
              <a:gd name="connsiteY9-254" fmla="*/ 1452436 h 3082645"/>
              <a:gd name="connsiteX10-255" fmla="*/ 9398 w 3490661"/>
              <a:gd name="connsiteY10-256" fmla="*/ 1630223 h 3082645"/>
              <a:gd name="connsiteX11-257" fmla="*/ 796631 w 3490661"/>
              <a:gd name="connsiteY11-258" fmla="*/ 2993759 h 3082645"/>
              <a:gd name="connsiteX12-259" fmla="*/ 950601 w 3490661"/>
              <a:gd name="connsiteY12-260" fmla="*/ 3082645 h 3082645"/>
              <a:gd name="connsiteX0-261" fmla="*/ 950601 w 3490661"/>
              <a:gd name="connsiteY0-262" fmla="*/ 3082645 h 3082645"/>
              <a:gd name="connsiteX1-263" fmla="*/ 2525075 w 3490661"/>
              <a:gd name="connsiteY1-264" fmla="*/ 3082645 h 3082645"/>
              <a:gd name="connsiteX2-265" fmla="*/ 2679028 w 3490661"/>
              <a:gd name="connsiteY2-266" fmla="*/ 2993745 h 3082645"/>
              <a:gd name="connsiteX3-267" fmla="*/ 3466261 w 3490661"/>
              <a:gd name="connsiteY3-268" fmla="*/ 1630209 h 3082645"/>
              <a:gd name="connsiteX4-269" fmla="*/ 3466254 w 3490661"/>
              <a:gd name="connsiteY4-270" fmla="*/ 1452423 h 3082645"/>
              <a:gd name="connsiteX5-271" fmla="*/ 2679021 w 3490661"/>
              <a:gd name="connsiteY5-272" fmla="*/ 88887 h 3082645"/>
              <a:gd name="connsiteX6-273" fmla="*/ 2525051 w 3490661"/>
              <a:gd name="connsiteY6-274" fmla="*/ 0 h 3082645"/>
              <a:gd name="connsiteX7-275" fmla="*/ 950576 w 3490661"/>
              <a:gd name="connsiteY7-276" fmla="*/ 0 h 3082645"/>
              <a:gd name="connsiteX8-277" fmla="*/ 796623 w 3490661"/>
              <a:gd name="connsiteY8-278" fmla="*/ 88900 h 3082645"/>
              <a:gd name="connsiteX9-279" fmla="*/ 9390 w 3490661"/>
              <a:gd name="connsiteY9-280" fmla="*/ 1452436 h 3082645"/>
              <a:gd name="connsiteX10-281" fmla="*/ 9398 w 3490661"/>
              <a:gd name="connsiteY10-282" fmla="*/ 1630223 h 3082645"/>
              <a:gd name="connsiteX11-283" fmla="*/ 796631 w 3490661"/>
              <a:gd name="connsiteY11-284" fmla="*/ 2993759 h 3082645"/>
              <a:gd name="connsiteX12-285" fmla="*/ 950601 w 3490661"/>
              <a:gd name="connsiteY12-286" fmla="*/ 3082645 h 3082645"/>
              <a:gd name="connsiteX0-287" fmla="*/ 950601 w 3490661"/>
              <a:gd name="connsiteY0-288" fmla="*/ 3082645 h 3082645"/>
              <a:gd name="connsiteX1-289" fmla="*/ 2525075 w 3490661"/>
              <a:gd name="connsiteY1-290" fmla="*/ 3082645 h 3082645"/>
              <a:gd name="connsiteX2-291" fmla="*/ 2679028 w 3490661"/>
              <a:gd name="connsiteY2-292" fmla="*/ 2993745 h 3082645"/>
              <a:gd name="connsiteX3-293" fmla="*/ 3466261 w 3490661"/>
              <a:gd name="connsiteY3-294" fmla="*/ 1630209 h 3082645"/>
              <a:gd name="connsiteX4-295" fmla="*/ 3466254 w 3490661"/>
              <a:gd name="connsiteY4-296" fmla="*/ 1452423 h 3082645"/>
              <a:gd name="connsiteX5-297" fmla="*/ 2679021 w 3490661"/>
              <a:gd name="connsiteY5-298" fmla="*/ 88887 h 3082645"/>
              <a:gd name="connsiteX6-299" fmla="*/ 2525051 w 3490661"/>
              <a:gd name="connsiteY6-300" fmla="*/ 0 h 3082645"/>
              <a:gd name="connsiteX7-301" fmla="*/ 950576 w 3490661"/>
              <a:gd name="connsiteY7-302" fmla="*/ 0 h 3082645"/>
              <a:gd name="connsiteX8-303" fmla="*/ 796623 w 3490661"/>
              <a:gd name="connsiteY8-304" fmla="*/ 88900 h 3082645"/>
              <a:gd name="connsiteX9-305" fmla="*/ 9390 w 3490661"/>
              <a:gd name="connsiteY9-306" fmla="*/ 1452436 h 3082645"/>
              <a:gd name="connsiteX10-307" fmla="*/ 9398 w 3490661"/>
              <a:gd name="connsiteY10-308" fmla="*/ 1630223 h 3082645"/>
              <a:gd name="connsiteX11-309" fmla="*/ 796631 w 3490661"/>
              <a:gd name="connsiteY11-310" fmla="*/ 2993759 h 3082645"/>
              <a:gd name="connsiteX12-311" fmla="*/ 950601 w 3490661"/>
              <a:gd name="connsiteY12-312" fmla="*/ 3082645 h 3082645"/>
              <a:gd name="connsiteX0-313" fmla="*/ 950601 w 3490661"/>
              <a:gd name="connsiteY0-314" fmla="*/ 3082645 h 3082645"/>
              <a:gd name="connsiteX1-315" fmla="*/ 2525075 w 3490661"/>
              <a:gd name="connsiteY1-316" fmla="*/ 3082645 h 3082645"/>
              <a:gd name="connsiteX2-317" fmla="*/ 2679028 w 3490661"/>
              <a:gd name="connsiteY2-318" fmla="*/ 2993745 h 3082645"/>
              <a:gd name="connsiteX3-319" fmla="*/ 3466261 w 3490661"/>
              <a:gd name="connsiteY3-320" fmla="*/ 1630209 h 3082645"/>
              <a:gd name="connsiteX4-321" fmla="*/ 3466254 w 3490661"/>
              <a:gd name="connsiteY4-322" fmla="*/ 1452423 h 3082645"/>
              <a:gd name="connsiteX5-323" fmla="*/ 2679021 w 3490661"/>
              <a:gd name="connsiteY5-324" fmla="*/ 88887 h 3082645"/>
              <a:gd name="connsiteX6-325" fmla="*/ 2525051 w 3490661"/>
              <a:gd name="connsiteY6-326" fmla="*/ 0 h 3082645"/>
              <a:gd name="connsiteX7-327" fmla="*/ 950576 w 3490661"/>
              <a:gd name="connsiteY7-328" fmla="*/ 0 h 3082645"/>
              <a:gd name="connsiteX8-329" fmla="*/ 796623 w 3490661"/>
              <a:gd name="connsiteY8-330" fmla="*/ 88900 h 3082645"/>
              <a:gd name="connsiteX9-331" fmla="*/ 9390 w 3490661"/>
              <a:gd name="connsiteY9-332" fmla="*/ 1452436 h 3082645"/>
              <a:gd name="connsiteX10-333" fmla="*/ 9398 w 3490661"/>
              <a:gd name="connsiteY10-334" fmla="*/ 1630223 h 3082645"/>
              <a:gd name="connsiteX11-335" fmla="*/ 796631 w 3490661"/>
              <a:gd name="connsiteY11-336" fmla="*/ 2993759 h 3082645"/>
              <a:gd name="connsiteX12-337" fmla="*/ 950601 w 3490661"/>
              <a:gd name="connsiteY12-338" fmla="*/ 3082645 h 3082645"/>
              <a:gd name="connsiteX0-339" fmla="*/ 950601 w 3490661"/>
              <a:gd name="connsiteY0-340" fmla="*/ 3082645 h 3082645"/>
              <a:gd name="connsiteX1-341" fmla="*/ 2525075 w 3490661"/>
              <a:gd name="connsiteY1-342" fmla="*/ 3082645 h 3082645"/>
              <a:gd name="connsiteX2-343" fmla="*/ 2679028 w 3490661"/>
              <a:gd name="connsiteY2-344" fmla="*/ 2993745 h 3082645"/>
              <a:gd name="connsiteX3-345" fmla="*/ 3466261 w 3490661"/>
              <a:gd name="connsiteY3-346" fmla="*/ 1630209 h 3082645"/>
              <a:gd name="connsiteX4-347" fmla="*/ 3466254 w 3490661"/>
              <a:gd name="connsiteY4-348" fmla="*/ 1452423 h 3082645"/>
              <a:gd name="connsiteX5-349" fmla="*/ 2679021 w 3490661"/>
              <a:gd name="connsiteY5-350" fmla="*/ 88887 h 3082645"/>
              <a:gd name="connsiteX6-351" fmla="*/ 2525051 w 3490661"/>
              <a:gd name="connsiteY6-352" fmla="*/ 0 h 3082645"/>
              <a:gd name="connsiteX7-353" fmla="*/ 950576 w 3490661"/>
              <a:gd name="connsiteY7-354" fmla="*/ 0 h 3082645"/>
              <a:gd name="connsiteX8-355" fmla="*/ 796623 w 3490661"/>
              <a:gd name="connsiteY8-356" fmla="*/ 88900 h 3082645"/>
              <a:gd name="connsiteX9-357" fmla="*/ 9390 w 3490661"/>
              <a:gd name="connsiteY9-358" fmla="*/ 1452436 h 3082645"/>
              <a:gd name="connsiteX10-359" fmla="*/ 9398 w 3490661"/>
              <a:gd name="connsiteY10-360" fmla="*/ 1630223 h 3082645"/>
              <a:gd name="connsiteX11-361" fmla="*/ 796631 w 3490661"/>
              <a:gd name="connsiteY11-362" fmla="*/ 2993759 h 3082645"/>
              <a:gd name="connsiteX12-363" fmla="*/ 950601 w 3490661"/>
              <a:gd name="connsiteY12-364" fmla="*/ 3082645 h 3082645"/>
              <a:gd name="connsiteX0-365" fmla="*/ 950601 w 3490661"/>
              <a:gd name="connsiteY0-366" fmla="*/ 3082645 h 3082645"/>
              <a:gd name="connsiteX1-367" fmla="*/ 2525075 w 3490661"/>
              <a:gd name="connsiteY1-368" fmla="*/ 3082645 h 3082645"/>
              <a:gd name="connsiteX2-369" fmla="*/ 2679028 w 3490661"/>
              <a:gd name="connsiteY2-370" fmla="*/ 2993745 h 3082645"/>
              <a:gd name="connsiteX3-371" fmla="*/ 3466261 w 3490661"/>
              <a:gd name="connsiteY3-372" fmla="*/ 1630209 h 3082645"/>
              <a:gd name="connsiteX4-373" fmla="*/ 3466254 w 3490661"/>
              <a:gd name="connsiteY4-374" fmla="*/ 1452423 h 3082645"/>
              <a:gd name="connsiteX5-375" fmla="*/ 2679021 w 3490661"/>
              <a:gd name="connsiteY5-376" fmla="*/ 88887 h 3082645"/>
              <a:gd name="connsiteX6-377" fmla="*/ 2525051 w 3490661"/>
              <a:gd name="connsiteY6-378" fmla="*/ 0 h 3082645"/>
              <a:gd name="connsiteX7-379" fmla="*/ 950576 w 3490661"/>
              <a:gd name="connsiteY7-380" fmla="*/ 0 h 3082645"/>
              <a:gd name="connsiteX8-381" fmla="*/ 796623 w 3490661"/>
              <a:gd name="connsiteY8-382" fmla="*/ 88900 h 3082645"/>
              <a:gd name="connsiteX9-383" fmla="*/ 9390 w 3490661"/>
              <a:gd name="connsiteY9-384" fmla="*/ 1452436 h 3082645"/>
              <a:gd name="connsiteX10-385" fmla="*/ 9398 w 3490661"/>
              <a:gd name="connsiteY10-386" fmla="*/ 1630223 h 3082645"/>
              <a:gd name="connsiteX11-387" fmla="*/ 796631 w 3490661"/>
              <a:gd name="connsiteY11-388" fmla="*/ 2993759 h 3082645"/>
              <a:gd name="connsiteX12-389" fmla="*/ 950601 w 3490661"/>
              <a:gd name="connsiteY12-390" fmla="*/ 3082645 h 3082645"/>
              <a:gd name="connsiteX0-391" fmla="*/ 950601 w 3490661"/>
              <a:gd name="connsiteY0-392" fmla="*/ 3082645 h 3082645"/>
              <a:gd name="connsiteX1-393" fmla="*/ 2525075 w 3490661"/>
              <a:gd name="connsiteY1-394" fmla="*/ 3082645 h 3082645"/>
              <a:gd name="connsiteX2-395" fmla="*/ 2679028 w 3490661"/>
              <a:gd name="connsiteY2-396" fmla="*/ 2993745 h 3082645"/>
              <a:gd name="connsiteX3-397" fmla="*/ 3466261 w 3490661"/>
              <a:gd name="connsiteY3-398" fmla="*/ 1630209 h 3082645"/>
              <a:gd name="connsiteX4-399" fmla="*/ 3466254 w 3490661"/>
              <a:gd name="connsiteY4-400" fmla="*/ 1452423 h 3082645"/>
              <a:gd name="connsiteX5-401" fmla="*/ 2679021 w 3490661"/>
              <a:gd name="connsiteY5-402" fmla="*/ 88887 h 3082645"/>
              <a:gd name="connsiteX6-403" fmla="*/ 2525051 w 3490661"/>
              <a:gd name="connsiteY6-404" fmla="*/ 0 h 3082645"/>
              <a:gd name="connsiteX7-405" fmla="*/ 950576 w 3490661"/>
              <a:gd name="connsiteY7-406" fmla="*/ 0 h 3082645"/>
              <a:gd name="connsiteX8-407" fmla="*/ 796623 w 3490661"/>
              <a:gd name="connsiteY8-408" fmla="*/ 88900 h 3082645"/>
              <a:gd name="connsiteX9-409" fmla="*/ 9390 w 3490661"/>
              <a:gd name="connsiteY9-410" fmla="*/ 1452436 h 3082645"/>
              <a:gd name="connsiteX10-411" fmla="*/ 9398 w 3490661"/>
              <a:gd name="connsiteY10-412" fmla="*/ 1630223 h 3082645"/>
              <a:gd name="connsiteX11-413" fmla="*/ 796631 w 3490661"/>
              <a:gd name="connsiteY11-414" fmla="*/ 2993759 h 3082645"/>
              <a:gd name="connsiteX12-415" fmla="*/ 950601 w 3490661"/>
              <a:gd name="connsiteY12-416" fmla="*/ 3082645 h 3082645"/>
              <a:gd name="connsiteX0-417" fmla="*/ 950601 w 3490661"/>
              <a:gd name="connsiteY0-418" fmla="*/ 3082645 h 3082645"/>
              <a:gd name="connsiteX1-419" fmla="*/ 2525075 w 3490661"/>
              <a:gd name="connsiteY1-420" fmla="*/ 3082645 h 3082645"/>
              <a:gd name="connsiteX2-421" fmla="*/ 2679028 w 3490661"/>
              <a:gd name="connsiteY2-422" fmla="*/ 2993745 h 3082645"/>
              <a:gd name="connsiteX3-423" fmla="*/ 3466261 w 3490661"/>
              <a:gd name="connsiteY3-424" fmla="*/ 1630209 h 3082645"/>
              <a:gd name="connsiteX4-425" fmla="*/ 3466254 w 3490661"/>
              <a:gd name="connsiteY4-426" fmla="*/ 1452423 h 3082645"/>
              <a:gd name="connsiteX5-427" fmla="*/ 2679021 w 3490661"/>
              <a:gd name="connsiteY5-428" fmla="*/ 88887 h 3082645"/>
              <a:gd name="connsiteX6-429" fmla="*/ 2525051 w 3490661"/>
              <a:gd name="connsiteY6-430" fmla="*/ 0 h 3082645"/>
              <a:gd name="connsiteX7-431" fmla="*/ 950576 w 3490661"/>
              <a:gd name="connsiteY7-432" fmla="*/ 0 h 3082645"/>
              <a:gd name="connsiteX8-433" fmla="*/ 796623 w 3490661"/>
              <a:gd name="connsiteY8-434" fmla="*/ 88900 h 3082645"/>
              <a:gd name="connsiteX9-435" fmla="*/ 9390 w 3490661"/>
              <a:gd name="connsiteY9-436" fmla="*/ 1452436 h 3082645"/>
              <a:gd name="connsiteX10-437" fmla="*/ 9398 w 3490661"/>
              <a:gd name="connsiteY10-438" fmla="*/ 1630223 h 3082645"/>
              <a:gd name="connsiteX11-439" fmla="*/ 796631 w 3490661"/>
              <a:gd name="connsiteY11-440" fmla="*/ 2993759 h 3082645"/>
              <a:gd name="connsiteX12-441" fmla="*/ 950601 w 3490661"/>
              <a:gd name="connsiteY12-442" fmla="*/ 3082645 h 3082645"/>
              <a:gd name="connsiteX0-443" fmla="*/ 950603 w 3490663"/>
              <a:gd name="connsiteY0-444" fmla="*/ 3082645 h 3082645"/>
              <a:gd name="connsiteX1-445" fmla="*/ 2525077 w 3490663"/>
              <a:gd name="connsiteY1-446" fmla="*/ 3082645 h 3082645"/>
              <a:gd name="connsiteX2-447" fmla="*/ 2679030 w 3490663"/>
              <a:gd name="connsiteY2-448" fmla="*/ 2993745 h 3082645"/>
              <a:gd name="connsiteX3-449" fmla="*/ 3466263 w 3490663"/>
              <a:gd name="connsiteY3-450" fmla="*/ 1630209 h 3082645"/>
              <a:gd name="connsiteX4-451" fmla="*/ 3466256 w 3490663"/>
              <a:gd name="connsiteY4-452" fmla="*/ 1452423 h 3082645"/>
              <a:gd name="connsiteX5-453" fmla="*/ 2679023 w 3490663"/>
              <a:gd name="connsiteY5-454" fmla="*/ 88887 h 3082645"/>
              <a:gd name="connsiteX6-455" fmla="*/ 2525053 w 3490663"/>
              <a:gd name="connsiteY6-456" fmla="*/ 0 h 3082645"/>
              <a:gd name="connsiteX7-457" fmla="*/ 950578 w 3490663"/>
              <a:gd name="connsiteY7-458" fmla="*/ 0 h 3082645"/>
              <a:gd name="connsiteX8-459" fmla="*/ 796625 w 3490663"/>
              <a:gd name="connsiteY8-460" fmla="*/ 88900 h 3082645"/>
              <a:gd name="connsiteX9-461" fmla="*/ 9392 w 3490663"/>
              <a:gd name="connsiteY9-462" fmla="*/ 1452436 h 3082645"/>
              <a:gd name="connsiteX10-463" fmla="*/ 9400 w 3490663"/>
              <a:gd name="connsiteY10-464" fmla="*/ 1630223 h 3082645"/>
              <a:gd name="connsiteX11-465" fmla="*/ 796633 w 3490663"/>
              <a:gd name="connsiteY11-466" fmla="*/ 2993759 h 3082645"/>
              <a:gd name="connsiteX12-467" fmla="*/ 950603 w 3490663"/>
              <a:gd name="connsiteY12-468" fmla="*/ 3082645 h 3082645"/>
              <a:gd name="connsiteX0-469" fmla="*/ 965611 w 3505671"/>
              <a:gd name="connsiteY0-470" fmla="*/ 3082645 h 3082645"/>
              <a:gd name="connsiteX1-471" fmla="*/ 2540085 w 3505671"/>
              <a:gd name="connsiteY1-472" fmla="*/ 3082645 h 3082645"/>
              <a:gd name="connsiteX2-473" fmla="*/ 2694038 w 3505671"/>
              <a:gd name="connsiteY2-474" fmla="*/ 2993745 h 3082645"/>
              <a:gd name="connsiteX3-475" fmla="*/ 3481271 w 3505671"/>
              <a:gd name="connsiteY3-476" fmla="*/ 1630209 h 3082645"/>
              <a:gd name="connsiteX4-477" fmla="*/ 3481264 w 3505671"/>
              <a:gd name="connsiteY4-478" fmla="*/ 1452423 h 3082645"/>
              <a:gd name="connsiteX5-479" fmla="*/ 2694031 w 3505671"/>
              <a:gd name="connsiteY5-480" fmla="*/ 88887 h 3082645"/>
              <a:gd name="connsiteX6-481" fmla="*/ 2540061 w 3505671"/>
              <a:gd name="connsiteY6-482" fmla="*/ 0 h 3082645"/>
              <a:gd name="connsiteX7-483" fmla="*/ 965586 w 3505671"/>
              <a:gd name="connsiteY7-484" fmla="*/ 0 h 3082645"/>
              <a:gd name="connsiteX8-485" fmla="*/ 811633 w 3505671"/>
              <a:gd name="connsiteY8-486" fmla="*/ 88900 h 3082645"/>
              <a:gd name="connsiteX9-487" fmla="*/ 24400 w 3505671"/>
              <a:gd name="connsiteY9-488" fmla="*/ 1452436 h 3082645"/>
              <a:gd name="connsiteX10-489" fmla="*/ 24408 w 3505671"/>
              <a:gd name="connsiteY10-490" fmla="*/ 1630223 h 3082645"/>
              <a:gd name="connsiteX11-491" fmla="*/ 811641 w 3505671"/>
              <a:gd name="connsiteY11-492" fmla="*/ 2993759 h 3082645"/>
              <a:gd name="connsiteX12-493" fmla="*/ 965611 w 3505671"/>
              <a:gd name="connsiteY12-494" fmla="*/ 3082645 h 3082645"/>
              <a:gd name="connsiteX0-495" fmla="*/ 965611 w 3505671"/>
              <a:gd name="connsiteY0-496" fmla="*/ 3082645 h 3082645"/>
              <a:gd name="connsiteX1-497" fmla="*/ 2540085 w 3505671"/>
              <a:gd name="connsiteY1-498" fmla="*/ 3082645 h 3082645"/>
              <a:gd name="connsiteX2-499" fmla="*/ 2694038 w 3505671"/>
              <a:gd name="connsiteY2-500" fmla="*/ 2993745 h 3082645"/>
              <a:gd name="connsiteX3-501" fmla="*/ 3481271 w 3505671"/>
              <a:gd name="connsiteY3-502" fmla="*/ 1630209 h 3082645"/>
              <a:gd name="connsiteX4-503" fmla="*/ 3481264 w 3505671"/>
              <a:gd name="connsiteY4-504" fmla="*/ 1452423 h 3082645"/>
              <a:gd name="connsiteX5-505" fmla="*/ 2694031 w 3505671"/>
              <a:gd name="connsiteY5-506" fmla="*/ 88887 h 3082645"/>
              <a:gd name="connsiteX6-507" fmla="*/ 2540061 w 3505671"/>
              <a:gd name="connsiteY6-508" fmla="*/ 0 h 3082645"/>
              <a:gd name="connsiteX7-509" fmla="*/ 965586 w 3505671"/>
              <a:gd name="connsiteY7-510" fmla="*/ 0 h 3082645"/>
              <a:gd name="connsiteX8-511" fmla="*/ 811633 w 3505671"/>
              <a:gd name="connsiteY8-512" fmla="*/ 88900 h 3082645"/>
              <a:gd name="connsiteX9-513" fmla="*/ 24400 w 3505671"/>
              <a:gd name="connsiteY9-514" fmla="*/ 1452436 h 3082645"/>
              <a:gd name="connsiteX10-515" fmla="*/ 24408 w 3505671"/>
              <a:gd name="connsiteY10-516" fmla="*/ 1630223 h 3082645"/>
              <a:gd name="connsiteX11-517" fmla="*/ 811641 w 3505671"/>
              <a:gd name="connsiteY11-518" fmla="*/ 2993759 h 3082645"/>
              <a:gd name="connsiteX12-519" fmla="*/ 965611 w 3505671"/>
              <a:gd name="connsiteY12-520" fmla="*/ 3082645 h 3082645"/>
              <a:gd name="connsiteX0-521" fmla="*/ 965611 w 3505671"/>
              <a:gd name="connsiteY0-522" fmla="*/ 3082645 h 3082645"/>
              <a:gd name="connsiteX1-523" fmla="*/ 2540085 w 3505671"/>
              <a:gd name="connsiteY1-524" fmla="*/ 3082645 h 3082645"/>
              <a:gd name="connsiteX2-525" fmla="*/ 2694038 w 3505671"/>
              <a:gd name="connsiteY2-526" fmla="*/ 2993745 h 3082645"/>
              <a:gd name="connsiteX3-527" fmla="*/ 3481271 w 3505671"/>
              <a:gd name="connsiteY3-528" fmla="*/ 1630209 h 3082645"/>
              <a:gd name="connsiteX4-529" fmla="*/ 3481264 w 3505671"/>
              <a:gd name="connsiteY4-530" fmla="*/ 1452423 h 3082645"/>
              <a:gd name="connsiteX5-531" fmla="*/ 2694031 w 3505671"/>
              <a:gd name="connsiteY5-532" fmla="*/ 88887 h 3082645"/>
              <a:gd name="connsiteX6-533" fmla="*/ 2540061 w 3505671"/>
              <a:gd name="connsiteY6-534" fmla="*/ 0 h 3082645"/>
              <a:gd name="connsiteX7-535" fmla="*/ 965586 w 3505671"/>
              <a:gd name="connsiteY7-536" fmla="*/ 0 h 3082645"/>
              <a:gd name="connsiteX8-537" fmla="*/ 811633 w 3505671"/>
              <a:gd name="connsiteY8-538" fmla="*/ 88900 h 3082645"/>
              <a:gd name="connsiteX9-539" fmla="*/ 24400 w 3505671"/>
              <a:gd name="connsiteY9-540" fmla="*/ 1452436 h 3082645"/>
              <a:gd name="connsiteX10-541" fmla="*/ 24408 w 3505671"/>
              <a:gd name="connsiteY10-542" fmla="*/ 1630223 h 3082645"/>
              <a:gd name="connsiteX11-543" fmla="*/ 811641 w 3505671"/>
              <a:gd name="connsiteY11-544" fmla="*/ 2993759 h 3082645"/>
              <a:gd name="connsiteX12-545" fmla="*/ 965611 w 3505671"/>
              <a:gd name="connsiteY12-546" fmla="*/ 3082645 h 3082645"/>
              <a:gd name="connsiteX0-547" fmla="*/ 965611 w 3505671"/>
              <a:gd name="connsiteY0-548" fmla="*/ 3082645 h 3082645"/>
              <a:gd name="connsiteX1-549" fmla="*/ 2540085 w 3505671"/>
              <a:gd name="connsiteY1-550" fmla="*/ 3082645 h 3082645"/>
              <a:gd name="connsiteX2-551" fmla="*/ 2694038 w 3505671"/>
              <a:gd name="connsiteY2-552" fmla="*/ 2993745 h 3082645"/>
              <a:gd name="connsiteX3-553" fmla="*/ 3481271 w 3505671"/>
              <a:gd name="connsiteY3-554" fmla="*/ 1630209 h 3082645"/>
              <a:gd name="connsiteX4-555" fmla="*/ 3481264 w 3505671"/>
              <a:gd name="connsiteY4-556" fmla="*/ 1452423 h 3082645"/>
              <a:gd name="connsiteX5-557" fmla="*/ 2694031 w 3505671"/>
              <a:gd name="connsiteY5-558" fmla="*/ 88887 h 3082645"/>
              <a:gd name="connsiteX6-559" fmla="*/ 2540061 w 3505671"/>
              <a:gd name="connsiteY6-560" fmla="*/ 0 h 3082645"/>
              <a:gd name="connsiteX7-561" fmla="*/ 965586 w 3505671"/>
              <a:gd name="connsiteY7-562" fmla="*/ 0 h 3082645"/>
              <a:gd name="connsiteX8-563" fmla="*/ 811633 w 3505671"/>
              <a:gd name="connsiteY8-564" fmla="*/ 88900 h 3082645"/>
              <a:gd name="connsiteX9-565" fmla="*/ 24400 w 3505671"/>
              <a:gd name="connsiteY9-566" fmla="*/ 1452436 h 3082645"/>
              <a:gd name="connsiteX10-567" fmla="*/ 24408 w 3505671"/>
              <a:gd name="connsiteY10-568" fmla="*/ 1630223 h 3082645"/>
              <a:gd name="connsiteX11-569" fmla="*/ 811641 w 3505671"/>
              <a:gd name="connsiteY11-570" fmla="*/ 2993759 h 3082645"/>
              <a:gd name="connsiteX12-571" fmla="*/ 965611 w 3505671"/>
              <a:gd name="connsiteY12-572" fmla="*/ 3082645 h 30826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05671" h="3082645">
                <a:moveTo>
                  <a:pt x="965611" y="3082645"/>
                </a:moveTo>
                <a:cubicBezTo>
                  <a:pt x="1030690" y="3082645"/>
                  <a:pt x="2475006" y="3082646"/>
                  <a:pt x="2540085" y="3082645"/>
                </a:cubicBezTo>
                <a:cubicBezTo>
                  <a:pt x="2605164" y="3082646"/>
                  <a:pt x="2661499" y="3050107"/>
                  <a:pt x="2694038" y="2993745"/>
                </a:cubicBezTo>
                <a:cubicBezTo>
                  <a:pt x="2726578" y="2937386"/>
                  <a:pt x="3448731" y="1686570"/>
                  <a:pt x="3481271" y="1630209"/>
                </a:cubicBezTo>
                <a:cubicBezTo>
                  <a:pt x="3513810" y="1573850"/>
                  <a:pt x="3513803" y="1508784"/>
                  <a:pt x="3481264" y="1452423"/>
                </a:cubicBezTo>
                <a:cubicBezTo>
                  <a:pt x="3448724" y="1396064"/>
                  <a:pt x="2726570" y="145248"/>
                  <a:pt x="2694031" y="88887"/>
                </a:cubicBezTo>
                <a:cubicBezTo>
                  <a:pt x="2661492" y="32528"/>
                  <a:pt x="2605139" y="1"/>
                  <a:pt x="2540061" y="0"/>
                </a:cubicBezTo>
                <a:cubicBezTo>
                  <a:pt x="2474982" y="1"/>
                  <a:pt x="1030665" y="1"/>
                  <a:pt x="965586" y="0"/>
                </a:cubicBezTo>
                <a:cubicBezTo>
                  <a:pt x="900507" y="1"/>
                  <a:pt x="844173" y="32540"/>
                  <a:pt x="811633" y="88900"/>
                </a:cubicBezTo>
                <a:cubicBezTo>
                  <a:pt x="779094" y="145261"/>
                  <a:pt x="56940" y="1396077"/>
                  <a:pt x="24400" y="1452436"/>
                </a:cubicBezTo>
                <a:cubicBezTo>
                  <a:pt x="-8139" y="1508797"/>
                  <a:pt x="-8132" y="1573863"/>
                  <a:pt x="24408" y="1630223"/>
                </a:cubicBezTo>
                <a:cubicBezTo>
                  <a:pt x="56947" y="1686584"/>
                  <a:pt x="779101" y="2937400"/>
                  <a:pt x="811641" y="2993759"/>
                </a:cubicBezTo>
                <a:cubicBezTo>
                  <a:pt x="844180" y="3050120"/>
                  <a:pt x="900532" y="3082645"/>
                  <a:pt x="965611" y="3082645"/>
                </a:cubicBezTo>
                <a:close/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任意多边形: 形状 14296"/>
          <p:cNvSpPr/>
          <p:nvPr>
            <p:custDataLst>
              <p:tags r:id="rId9"/>
            </p:custDataLst>
          </p:nvPr>
        </p:nvSpPr>
        <p:spPr>
          <a:xfrm rot="1800000">
            <a:off x="8069274" y="4467419"/>
            <a:ext cx="503973" cy="424778"/>
          </a:xfrm>
          <a:custGeom>
            <a:avLst/>
            <a:gdLst>
              <a:gd name="connsiteX0" fmla="*/ 950601 w 3475650"/>
              <a:gd name="connsiteY0" fmla="*/ 3082645 h 3082645"/>
              <a:gd name="connsiteX1" fmla="*/ 2525075 w 3475650"/>
              <a:gd name="connsiteY1" fmla="*/ 3082645 h 3082645"/>
              <a:gd name="connsiteX2" fmla="*/ 2679028 w 3475650"/>
              <a:gd name="connsiteY2" fmla="*/ 2993745 h 3082645"/>
              <a:gd name="connsiteX3" fmla="*/ 3466261 w 3475650"/>
              <a:gd name="connsiteY3" fmla="*/ 1630209 h 3082645"/>
              <a:gd name="connsiteX4" fmla="*/ 3466254 w 3475650"/>
              <a:gd name="connsiteY4" fmla="*/ 1452423 h 3082645"/>
              <a:gd name="connsiteX5" fmla="*/ 2679021 w 3475650"/>
              <a:gd name="connsiteY5" fmla="*/ 88887 h 3082645"/>
              <a:gd name="connsiteX6" fmla="*/ 2525051 w 3475650"/>
              <a:gd name="connsiteY6" fmla="*/ 0 h 3082645"/>
              <a:gd name="connsiteX7" fmla="*/ 950576 w 3475650"/>
              <a:gd name="connsiteY7" fmla="*/ 0 h 3082645"/>
              <a:gd name="connsiteX8" fmla="*/ 796623 w 3475650"/>
              <a:gd name="connsiteY8" fmla="*/ 88900 h 3082645"/>
              <a:gd name="connsiteX9" fmla="*/ 9390 w 3475650"/>
              <a:gd name="connsiteY9" fmla="*/ 1452436 h 3082645"/>
              <a:gd name="connsiteX10" fmla="*/ 9398 w 3475650"/>
              <a:gd name="connsiteY10" fmla="*/ 1630223 h 3082645"/>
              <a:gd name="connsiteX11" fmla="*/ 796631 w 3475650"/>
              <a:gd name="connsiteY11" fmla="*/ 2993759 h 3082645"/>
              <a:gd name="connsiteX12" fmla="*/ 950601 w 3475650"/>
              <a:gd name="connsiteY12" fmla="*/ 3082645 h 3082645"/>
              <a:gd name="connsiteX0-1" fmla="*/ 950601 w 3475650"/>
              <a:gd name="connsiteY0-2" fmla="*/ 3082645 h 3082645"/>
              <a:gd name="connsiteX1-3" fmla="*/ 2525075 w 3475650"/>
              <a:gd name="connsiteY1-4" fmla="*/ 3082645 h 3082645"/>
              <a:gd name="connsiteX2-5" fmla="*/ 2679028 w 3475650"/>
              <a:gd name="connsiteY2-6" fmla="*/ 2993745 h 3082645"/>
              <a:gd name="connsiteX3-7" fmla="*/ 3466261 w 3475650"/>
              <a:gd name="connsiteY3-8" fmla="*/ 1630209 h 3082645"/>
              <a:gd name="connsiteX4-9" fmla="*/ 3466254 w 3475650"/>
              <a:gd name="connsiteY4-10" fmla="*/ 1452423 h 3082645"/>
              <a:gd name="connsiteX5-11" fmla="*/ 2679021 w 3475650"/>
              <a:gd name="connsiteY5-12" fmla="*/ 88887 h 3082645"/>
              <a:gd name="connsiteX6-13" fmla="*/ 2525051 w 3475650"/>
              <a:gd name="connsiteY6-14" fmla="*/ 0 h 3082645"/>
              <a:gd name="connsiteX7-15" fmla="*/ 950576 w 3475650"/>
              <a:gd name="connsiteY7-16" fmla="*/ 0 h 3082645"/>
              <a:gd name="connsiteX8-17" fmla="*/ 796623 w 3475650"/>
              <a:gd name="connsiteY8-18" fmla="*/ 88900 h 3082645"/>
              <a:gd name="connsiteX9-19" fmla="*/ 9390 w 3475650"/>
              <a:gd name="connsiteY9-20" fmla="*/ 1452436 h 3082645"/>
              <a:gd name="connsiteX10-21" fmla="*/ 9398 w 3475650"/>
              <a:gd name="connsiteY10-22" fmla="*/ 1630223 h 3082645"/>
              <a:gd name="connsiteX11-23" fmla="*/ 796631 w 3475650"/>
              <a:gd name="connsiteY11-24" fmla="*/ 2993759 h 3082645"/>
              <a:gd name="connsiteX12-25" fmla="*/ 950601 w 3475650"/>
              <a:gd name="connsiteY12-26" fmla="*/ 3082645 h 3082645"/>
              <a:gd name="connsiteX0-27" fmla="*/ 950601 w 3475650"/>
              <a:gd name="connsiteY0-28" fmla="*/ 3082645 h 3082645"/>
              <a:gd name="connsiteX1-29" fmla="*/ 2525075 w 3475650"/>
              <a:gd name="connsiteY1-30" fmla="*/ 3082645 h 3082645"/>
              <a:gd name="connsiteX2-31" fmla="*/ 2679028 w 3475650"/>
              <a:gd name="connsiteY2-32" fmla="*/ 2993745 h 3082645"/>
              <a:gd name="connsiteX3-33" fmla="*/ 3466261 w 3475650"/>
              <a:gd name="connsiteY3-34" fmla="*/ 1630209 h 3082645"/>
              <a:gd name="connsiteX4-35" fmla="*/ 3466254 w 3475650"/>
              <a:gd name="connsiteY4-36" fmla="*/ 1452423 h 3082645"/>
              <a:gd name="connsiteX5-37" fmla="*/ 2679021 w 3475650"/>
              <a:gd name="connsiteY5-38" fmla="*/ 88887 h 3082645"/>
              <a:gd name="connsiteX6-39" fmla="*/ 2525051 w 3475650"/>
              <a:gd name="connsiteY6-40" fmla="*/ 0 h 3082645"/>
              <a:gd name="connsiteX7-41" fmla="*/ 950576 w 3475650"/>
              <a:gd name="connsiteY7-42" fmla="*/ 0 h 3082645"/>
              <a:gd name="connsiteX8-43" fmla="*/ 796623 w 3475650"/>
              <a:gd name="connsiteY8-44" fmla="*/ 88900 h 3082645"/>
              <a:gd name="connsiteX9-45" fmla="*/ 9390 w 3475650"/>
              <a:gd name="connsiteY9-46" fmla="*/ 1452436 h 3082645"/>
              <a:gd name="connsiteX10-47" fmla="*/ 9398 w 3475650"/>
              <a:gd name="connsiteY10-48" fmla="*/ 1630223 h 3082645"/>
              <a:gd name="connsiteX11-49" fmla="*/ 796631 w 3475650"/>
              <a:gd name="connsiteY11-50" fmla="*/ 2993759 h 3082645"/>
              <a:gd name="connsiteX12-51" fmla="*/ 950601 w 3475650"/>
              <a:gd name="connsiteY12-52" fmla="*/ 3082645 h 3082645"/>
              <a:gd name="connsiteX0-53" fmla="*/ 950601 w 3475650"/>
              <a:gd name="connsiteY0-54" fmla="*/ 3082645 h 3082645"/>
              <a:gd name="connsiteX1-55" fmla="*/ 2525075 w 3475650"/>
              <a:gd name="connsiteY1-56" fmla="*/ 3082645 h 3082645"/>
              <a:gd name="connsiteX2-57" fmla="*/ 2679028 w 3475650"/>
              <a:gd name="connsiteY2-58" fmla="*/ 2993745 h 3082645"/>
              <a:gd name="connsiteX3-59" fmla="*/ 3466261 w 3475650"/>
              <a:gd name="connsiteY3-60" fmla="*/ 1630209 h 3082645"/>
              <a:gd name="connsiteX4-61" fmla="*/ 3466254 w 3475650"/>
              <a:gd name="connsiteY4-62" fmla="*/ 1452423 h 3082645"/>
              <a:gd name="connsiteX5-63" fmla="*/ 2679021 w 3475650"/>
              <a:gd name="connsiteY5-64" fmla="*/ 88887 h 3082645"/>
              <a:gd name="connsiteX6-65" fmla="*/ 2525051 w 3475650"/>
              <a:gd name="connsiteY6-66" fmla="*/ 0 h 3082645"/>
              <a:gd name="connsiteX7-67" fmla="*/ 950576 w 3475650"/>
              <a:gd name="connsiteY7-68" fmla="*/ 0 h 3082645"/>
              <a:gd name="connsiteX8-69" fmla="*/ 796623 w 3475650"/>
              <a:gd name="connsiteY8-70" fmla="*/ 88900 h 3082645"/>
              <a:gd name="connsiteX9-71" fmla="*/ 9390 w 3475650"/>
              <a:gd name="connsiteY9-72" fmla="*/ 1452436 h 3082645"/>
              <a:gd name="connsiteX10-73" fmla="*/ 9398 w 3475650"/>
              <a:gd name="connsiteY10-74" fmla="*/ 1630223 h 3082645"/>
              <a:gd name="connsiteX11-75" fmla="*/ 796631 w 3475650"/>
              <a:gd name="connsiteY11-76" fmla="*/ 2993759 h 3082645"/>
              <a:gd name="connsiteX12-77" fmla="*/ 950601 w 3475650"/>
              <a:gd name="connsiteY12-78" fmla="*/ 3082645 h 3082645"/>
              <a:gd name="connsiteX0-79" fmla="*/ 950601 w 3475650"/>
              <a:gd name="connsiteY0-80" fmla="*/ 3082645 h 3082645"/>
              <a:gd name="connsiteX1-81" fmla="*/ 2525075 w 3475650"/>
              <a:gd name="connsiteY1-82" fmla="*/ 3082645 h 3082645"/>
              <a:gd name="connsiteX2-83" fmla="*/ 2679028 w 3475650"/>
              <a:gd name="connsiteY2-84" fmla="*/ 2993745 h 3082645"/>
              <a:gd name="connsiteX3-85" fmla="*/ 3466261 w 3475650"/>
              <a:gd name="connsiteY3-86" fmla="*/ 1630209 h 3082645"/>
              <a:gd name="connsiteX4-87" fmla="*/ 3466254 w 3475650"/>
              <a:gd name="connsiteY4-88" fmla="*/ 1452423 h 3082645"/>
              <a:gd name="connsiteX5-89" fmla="*/ 2679021 w 3475650"/>
              <a:gd name="connsiteY5-90" fmla="*/ 88887 h 3082645"/>
              <a:gd name="connsiteX6-91" fmla="*/ 2525051 w 3475650"/>
              <a:gd name="connsiteY6-92" fmla="*/ 0 h 3082645"/>
              <a:gd name="connsiteX7-93" fmla="*/ 950576 w 3475650"/>
              <a:gd name="connsiteY7-94" fmla="*/ 0 h 3082645"/>
              <a:gd name="connsiteX8-95" fmla="*/ 796623 w 3475650"/>
              <a:gd name="connsiteY8-96" fmla="*/ 88900 h 3082645"/>
              <a:gd name="connsiteX9-97" fmla="*/ 9390 w 3475650"/>
              <a:gd name="connsiteY9-98" fmla="*/ 1452436 h 3082645"/>
              <a:gd name="connsiteX10-99" fmla="*/ 9398 w 3475650"/>
              <a:gd name="connsiteY10-100" fmla="*/ 1630223 h 3082645"/>
              <a:gd name="connsiteX11-101" fmla="*/ 796631 w 3475650"/>
              <a:gd name="connsiteY11-102" fmla="*/ 2993759 h 3082645"/>
              <a:gd name="connsiteX12-103" fmla="*/ 950601 w 3475650"/>
              <a:gd name="connsiteY12-104" fmla="*/ 3082645 h 3082645"/>
              <a:gd name="connsiteX0-105" fmla="*/ 950601 w 3475650"/>
              <a:gd name="connsiteY0-106" fmla="*/ 3082645 h 3082645"/>
              <a:gd name="connsiteX1-107" fmla="*/ 2525075 w 3475650"/>
              <a:gd name="connsiteY1-108" fmla="*/ 3082645 h 3082645"/>
              <a:gd name="connsiteX2-109" fmla="*/ 2679028 w 3475650"/>
              <a:gd name="connsiteY2-110" fmla="*/ 2993745 h 3082645"/>
              <a:gd name="connsiteX3-111" fmla="*/ 3466261 w 3475650"/>
              <a:gd name="connsiteY3-112" fmla="*/ 1630209 h 3082645"/>
              <a:gd name="connsiteX4-113" fmla="*/ 3466254 w 3475650"/>
              <a:gd name="connsiteY4-114" fmla="*/ 1452423 h 3082645"/>
              <a:gd name="connsiteX5-115" fmla="*/ 2679021 w 3475650"/>
              <a:gd name="connsiteY5-116" fmla="*/ 88887 h 3082645"/>
              <a:gd name="connsiteX6-117" fmla="*/ 2525051 w 3475650"/>
              <a:gd name="connsiteY6-118" fmla="*/ 0 h 3082645"/>
              <a:gd name="connsiteX7-119" fmla="*/ 950576 w 3475650"/>
              <a:gd name="connsiteY7-120" fmla="*/ 0 h 3082645"/>
              <a:gd name="connsiteX8-121" fmla="*/ 796623 w 3475650"/>
              <a:gd name="connsiteY8-122" fmla="*/ 88900 h 3082645"/>
              <a:gd name="connsiteX9-123" fmla="*/ 9390 w 3475650"/>
              <a:gd name="connsiteY9-124" fmla="*/ 1452436 h 3082645"/>
              <a:gd name="connsiteX10-125" fmla="*/ 9398 w 3475650"/>
              <a:gd name="connsiteY10-126" fmla="*/ 1630223 h 3082645"/>
              <a:gd name="connsiteX11-127" fmla="*/ 796631 w 3475650"/>
              <a:gd name="connsiteY11-128" fmla="*/ 2993759 h 3082645"/>
              <a:gd name="connsiteX12-129" fmla="*/ 950601 w 3475650"/>
              <a:gd name="connsiteY12-130" fmla="*/ 3082645 h 3082645"/>
              <a:gd name="connsiteX0-131" fmla="*/ 950601 w 3475653"/>
              <a:gd name="connsiteY0-132" fmla="*/ 3082645 h 3082645"/>
              <a:gd name="connsiteX1-133" fmla="*/ 2525075 w 3475653"/>
              <a:gd name="connsiteY1-134" fmla="*/ 3082645 h 3082645"/>
              <a:gd name="connsiteX2-135" fmla="*/ 2679028 w 3475653"/>
              <a:gd name="connsiteY2-136" fmla="*/ 2993745 h 3082645"/>
              <a:gd name="connsiteX3-137" fmla="*/ 3466261 w 3475653"/>
              <a:gd name="connsiteY3-138" fmla="*/ 1630209 h 3082645"/>
              <a:gd name="connsiteX4-139" fmla="*/ 3466254 w 3475653"/>
              <a:gd name="connsiteY4-140" fmla="*/ 1452423 h 3082645"/>
              <a:gd name="connsiteX5-141" fmla="*/ 2679021 w 3475653"/>
              <a:gd name="connsiteY5-142" fmla="*/ 88887 h 3082645"/>
              <a:gd name="connsiteX6-143" fmla="*/ 2525051 w 3475653"/>
              <a:gd name="connsiteY6-144" fmla="*/ 0 h 3082645"/>
              <a:gd name="connsiteX7-145" fmla="*/ 950576 w 3475653"/>
              <a:gd name="connsiteY7-146" fmla="*/ 0 h 3082645"/>
              <a:gd name="connsiteX8-147" fmla="*/ 796623 w 3475653"/>
              <a:gd name="connsiteY8-148" fmla="*/ 88900 h 3082645"/>
              <a:gd name="connsiteX9-149" fmla="*/ 9390 w 3475653"/>
              <a:gd name="connsiteY9-150" fmla="*/ 1452436 h 3082645"/>
              <a:gd name="connsiteX10-151" fmla="*/ 9398 w 3475653"/>
              <a:gd name="connsiteY10-152" fmla="*/ 1630223 h 3082645"/>
              <a:gd name="connsiteX11-153" fmla="*/ 796631 w 3475653"/>
              <a:gd name="connsiteY11-154" fmla="*/ 2993759 h 3082645"/>
              <a:gd name="connsiteX12-155" fmla="*/ 950601 w 3475653"/>
              <a:gd name="connsiteY12-156" fmla="*/ 3082645 h 3082645"/>
              <a:gd name="connsiteX0-157" fmla="*/ 950601 w 3490661"/>
              <a:gd name="connsiteY0-158" fmla="*/ 3082645 h 3082645"/>
              <a:gd name="connsiteX1-159" fmla="*/ 2525075 w 3490661"/>
              <a:gd name="connsiteY1-160" fmla="*/ 3082645 h 3082645"/>
              <a:gd name="connsiteX2-161" fmla="*/ 2679028 w 3490661"/>
              <a:gd name="connsiteY2-162" fmla="*/ 2993745 h 3082645"/>
              <a:gd name="connsiteX3-163" fmla="*/ 3466261 w 3490661"/>
              <a:gd name="connsiteY3-164" fmla="*/ 1630209 h 3082645"/>
              <a:gd name="connsiteX4-165" fmla="*/ 3466254 w 3490661"/>
              <a:gd name="connsiteY4-166" fmla="*/ 1452423 h 3082645"/>
              <a:gd name="connsiteX5-167" fmla="*/ 2679021 w 3490661"/>
              <a:gd name="connsiteY5-168" fmla="*/ 88887 h 3082645"/>
              <a:gd name="connsiteX6-169" fmla="*/ 2525051 w 3490661"/>
              <a:gd name="connsiteY6-170" fmla="*/ 0 h 3082645"/>
              <a:gd name="connsiteX7-171" fmla="*/ 950576 w 3490661"/>
              <a:gd name="connsiteY7-172" fmla="*/ 0 h 3082645"/>
              <a:gd name="connsiteX8-173" fmla="*/ 796623 w 3490661"/>
              <a:gd name="connsiteY8-174" fmla="*/ 88900 h 3082645"/>
              <a:gd name="connsiteX9-175" fmla="*/ 9390 w 3490661"/>
              <a:gd name="connsiteY9-176" fmla="*/ 1452436 h 3082645"/>
              <a:gd name="connsiteX10-177" fmla="*/ 9398 w 3490661"/>
              <a:gd name="connsiteY10-178" fmla="*/ 1630223 h 3082645"/>
              <a:gd name="connsiteX11-179" fmla="*/ 796631 w 3490661"/>
              <a:gd name="connsiteY11-180" fmla="*/ 2993759 h 3082645"/>
              <a:gd name="connsiteX12-181" fmla="*/ 950601 w 3490661"/>
              <a:gd name="connsiteY12-182" fmla="*/ 3082645 h 3082645"/>
              <a:gd name="connsiteX0-183" fmla="*/ 950601 w 3490661"/>
              <a:gd name="connsiteY0-184" fmla="*/ 3082645 h 3082645"/>
              <a:gd name="connsiteX1-185" fmla="*/ 2525075 w 3490661"/>
              <a:gd name="connsiteY1-186" fmla="*/ 3082645 h 3082645"/>
              <a:gd name="connsiteX2-187" fmla="*/ 2679028 w 3490661"/>
              <a:gd name="connsiteY2-188" fmla="*/ 2993745 h 3082645"/>
              <a:gd name="connsiteX3-189" fmla="*/ 3466261 w 3490661"/>
              <a:gd name="connsiteY3-190" fmla="*/ 1630209 h 3082645"/>
              <a:gd name="connsiteX4-191" fmla="*/ 3466254 w 3490661"/>
              <a:gd name="connsiteY4-192" fmla="*/ 1452423 h 3082645"/>
              <a:gd name="connsiteX5-193" fmla="*/ 2679021 w 3490661"/>
              <a:gd name="connsiteY5-194" fmla="*/ 88887 h 3082645"/>
              <a:gd name="connsiteX6-195" fmla="*/ 2525051 w 3490661"/>
              <a:gd name="connsiteY6-196" fmla="*/ 0 h 3082645"/>
              <a:gd name="connsiteX7-197" fmla="*/ 950576 w 3490661"/>
              <a:gd name="connsiteY7-198" fmla="*/ 0 h 3082645"/>
              <a:gd name="connsiteX8-199" fmla="*/ 796623 w 3490661"/>
              <a:gd name="connsiteY8-200" fmla="*/ 88900 h 3082645"/>
              <a:gd name="connsiteX9-201" fmla="*/ 9390 w 3490661"/>
              <a:gd name="connsiteY9-202" fmla="*/ 1452436 h 3082645"/>
              <a:gd name="connsiteX10-203" fmla="*/ 9398 w 3490661"/>
              <a:gd name="connsiteY10-204" fmla="*/ 1630223 h 3082645"/>
              <a:gd name="connsiteX11-205" fmla="*/ 796631 w 3490661"/>
              <a:gd name="connsiteY11-206" fmla="*/ 2993759 h 3082645"/>
              <a:gd name="connsiteX12-207" fmla="*/ 950601 w 3490661"/>
              <a:gd name="connsiteY12-208" fmla="*/ 3082645 h 3082645"/>
              <a:gd name="connsiteX0-209" fmla="*/ 950601 w 3490661"/>
              <a:gd name="connsiteY0-210" fmla="*/ 3082645 h 3082645"/>
              <a:gd name="connsiteX1-211" fmla="*/ 2525075 w 3490661"/>
              <a:gd name="connsiteY1-212" fmla="*/ 3082645 h 3082645"/>
              <a:gd name="connsiteX2-213" fmla="*/ 2679028 w 3490661"/>
              <a:gd name="connsiteY2-214" fmla="*/ 2993745 h 3082645"/>
              <a:gd name="connsiteX3-215" fmla="*/ 3466261 w 3490661"/>
              <a:gd name="connsiteY3-216" fmla="*/ 1630209 h 3082645"/>
              <a:gd name="connsiteX4-217" fmla="*/ 3466254 w 3490661"/>
              <a:gd name="connsiteY4-218" fmla="*/ 1452423 h 3082645"/>
              <a:gd name="connsiteX5-219" fmla="*/ 2679021 w 3490661"/>
              <a:gd name="connsiteY5-220" fmla="*/ 88887 h 3082645"/>
              <a:gd name="connsiteX6-221" fmla="*/ 2525051 w 3490661"/>
              <a:gd name="connsiteY6-222" fmla="*/ 0 h 3082645"/>
              <a:gd name="connsiteX7-223" fmla="*/ 950576 w 3490661"/>
              <a:gd name="connsiteY7-224" fmla="*/ 0 h 3082645"/>
              <a:gd name="connsiteX8-225" fmla="*/ 796623 w 3490661"/>
              <a:gd name="connsiteY8-226" fmla="*/ 88900 h 3082645"/>
              <a:gd name="connsiteX9-227" fmla="*/ 9390 w 3490661"/>
              <a:gd name="connsiteY9-228" fmla="*/ 1452436 h 3082645"/>
              <a:gd name="connsiteX10-229" fmla="*/ 9398 w 3490661"/>
              <a:gd name="connsiteY10-230" fmla="*/ 1630223 h 3082645"/>
              <a:gd name="connsiteX11-231" fmla="*/ 796631 w 3490661"/>
              <a:gd name="connsiteY11-232" fmla="*/ 2993759 h 3082645"/>
              <a:gd name="connsiteX12-233" fmla="*/ 950601 w 3490661"/>
              <a:gd name="connsiteY12-234" fmla="*/ 3082645 h 3082645"/>
              <a:gd name="connsiteX0-235" fmla="*/ 950601 w 3490661"/>
              <a:gd name="connsiteY0-236" fmla="*/ 3082645 h 3082645"/>
              <a:gd name="connsiteX1-237" fmla="*/ 2525075 w 3490661"/>
              <a:gd name="connsiteY1-238" fmla="*/ 3082645 h 3082645"/>
              <a:gd name="connsiteX2-239" fmla="*/ 2679028 w 3490661"/>
              <a:gd name="connsiteY2-240" fmla="*/ 2993745 h 3082645"/>
              <a:gd name="connsiteX3-241" fmla="*/ 3466261 w 3490661"/>
              <a:gd name="connsiteY3-242" fmla="*/ 1630209 h 3082645"/>
              <a:gd name="connsiteX4-243" fmla="*/ 3466254 w 3490661"/>
              <a:gd name="connsiteY4-244" fmla="*/ 1452423 h 3082645"/>
              <a:gd name="connsiteX5-245" fmla="*/ 2679021 w 3490661"/>
              <a:gd name="connsiteY5-246" fmla="*/ 88887 h 3082645"/>
              <a:gd name="connsiteX6-247" fmla="*/ 2525051 w 3490661"/>
              <a:gd name="connsiteY6-248" fmla="*/ 0 h 3082645"/>
              <a:gd name="connsiteX7-249" fmla="*/ 950576 w 3490661"/>
              <a:gd name="connsiteY7-250" fmla="*/ 0 h 3082645"/>
              <a:gd name="connsiteX8-251" fmla="*/ 796623 w 3490661"/>
              <a:gd name="connsiteY8-252" fmla="*/ 88900 h 3082645"/>
              <a:gd name="connsiteX9-253" fmla="*/ 9390 w 3490661"/>
              <a:gd name="connsiteY9-254" fmla="*/ 1452436 h 3082645"/>
              <a:gd name="connsiteX10-255" fmla="*/ 9398 w 3490661"/>
              <a:gd name="connsiteY10-256" fmla="*/ 1630223 h 3082645"/>
              <a:gd name="connsiteX11-257" fmla="*/ 796631 w 3490661"/>
              <a:gd name="connsiteY11-258" fmla="*/ 2993759 h 3082645"/>
              <a:gd name="connsiteX12-259" fmla="*/ 950601 w 3490661"/>
              <a:gd name="connsiteY12-260" fmla="*/ 3082645 h 3082645"/>
              <a:gd name="connsiteX0-261" fmla="*/ 950601 w 3490661"/>
              <a:gd name="connsiteY0-262" fmla="*/ 3082645 h 3082645"/>
              <a:gd name="connsiteX1-263" fmla="*/ 2525075 w 3490661"/>
              <a:gd name="connsiteY1-264" fmla="*/ 3082645 h 3082645"/>
              <a:gd name="connsiteX2-265" fmla="*/ 2679028 w 3490661"/>
              <a:gd name="connsiteY2-266" fmla="*/ 2993745 h 3082645"/>
              <a:gd name="connsiteX3-267" fmla="*/ 3466261 w 3490661"/>
              <a:gd name="connsiteY3-268" fmla="*/ 1630209 h 3082645"/>
              <a:gd name="connsiteX4-269" fmla="*/ 3466254 w 3490661"/>
              <a:gd name="connsiteY4-270" fmla="*/ 1452423 h 3082645"/>
              <a:gd name="connsiteX5-271" fmla="*/ 2679021 w 3490661"/>
              <a:gd name="connsiteY5-272" fmla="*/ 88887 h 3082645"/>
              <a:gd name="connsiteX6-273" fmla="*/ 2525051 w 3490661"/>
              <a:gd name="connsiteY6-274" fmla="*/ 0 h 3082645"/>
              <a:gd name="connsiteX7-275" fmla="*/ 950576 w 3490661"/>
              <a:gd name="connsiteY7-276" fmla="*/ 0 h 3082645"/>
              <a:gd name="connsiteX8-277" fmla="*/ 796623 w 3490661"/>
              <a:gd name="connsiteY8-278" fmla="*/ 88900 h 3082645"/>
              <a:gd name="connsiteX9-279" fmla="*/ 9390 w 3490661"/>
              <a:gd name="connsiteY9-280" fmla="*/ 1452436 h 3082645"/>
              <a:gd name="connsiteX10-281" fmla="*/ 9398 w 3490661"/>
              <a:gd name="connsiteY10-282" fmla="*/ 1630223 h 3082645"/>
              <a:gd name="connsiteX11-283" fmla="*/ 796631 w 3490661"/>
              <a:gd name="connsiteY11-284" fmla="*/ 2993759 h 3082645"/>
              <a:gd name="connsiteX12-285" fmla="*/ 950601 w 3490661"/>
              <a:gd name="connsiteY12-286" fmla="*/ 3082645 h 3082645"/>
              <a:gd name="connsiteX0-287" fmla="*/ 950601 w 3490661"/>
              <a:gd name="connsiteY0-288" fmla="*/ 3082645 h 3082645"/>
              <a:gd name="connsiteX1-289" fmla="*/ 2525075 w 3490661"/>
              <a:gd name="connsiteY1-290" fmla="*/ 3082645 h 3082645"/>
              <a:gd name="connsiteX2-291" fmla="*/ 2679028 w 3490661"/>
              <a:gd name="connsiteY2-292" fmla="*/ 2993745 h 3082645"/>
              <a:gd name="connsiteX3-293" fmla="*/ 3466261 w 3490661"/>
              <a:gd name="connsiteY3-294" fmla="*/ 1630209 h 3082645"/>
              <a:gd name="connsiteX4-295" fmla="*/ 3466254 w 3490661"/>
              <a:gd name="connsiteY4-296" fmla="*/ 1452423 h 3082645"/>
              <a:gd name="connsiteX5-297" fmla="*/ 2679021 w 3490661"/>
              <a:gd name="connsiteY5-298" fmla="*/ 88887 h 3082645"/>
              <a:gd name="connsiteX6-299" fmla="*/ 2525051 w 3490661"/>
              <a:gd name="connsiteY6-300" fmla="*/ 0 h 3082645"/>
              <a:gd name="connsiteX7-301" fmla="*/ 950576 w 3490661"/>
              <a:gd name="connsiteY7-302" fmla="*/ 0 h 3082645"/>
              <a:gd name="connsiteX8-303" fmla="*/ 796623 w 3490661"/>
              <a:gd name="connsiteY8-304" fmla="*/ 88900 h 3082645"/>
              <a:gd name="connsiteX9-305" fmla="*/ 9390 w 3490661"/>
              <a:gd name="connsiteY9-306" fmla="*/ 1452436 h 3082645"/>
              <a:gd name="connsiteX10-307" fmla="*/ 9398 w 3490661"/>
              <a:gd name="connsiteY10-308" fmla="*/ 1630223 h 3082645"/>
              <a:gd name="connsiteX11-309" fmla="*/ 796631 w 3490661"/>
              <a:gd name="connsiteY11-310" fmla="*/ 2993759 h 3082645"/>
              <a:gd name="connsiteX12-311" fmla="*/ 950601 w 3490661"/>
              <a:gd name="connsiteY12-312" fmla="*/ 3082645 h 3082645"/>
              <a:gd name="connsiteX0-313" fmla="*/ 950601 w 3490661"/>
              <a:gd name="connsiteY0-314" fmla="*/ 3082645 h 3082645"/>
              <a:gd name="connsiteX1-315" fmla="*/ 2525075 w 3490661"/>
              <a:gd name="connsiteY1-316" fmla="*/ 3082645 h 3082645"/>
              <a:gd name="connsiteX2-317" fmla="*/ 2679028 w 3490661"/>
              <a:gd name="connsiteY2-318" fmla="*/ 2993745 h 3082645"/>
              <a:gd name="connsiteX3-319" fmla="*/ 3466261 w 3490661"/>
              <a:gd name="connsiteY3-320" fmla="*/ 1630209 h 3082645"/>
              <a:gd name="connsiteX4-321" fmla="*/ 3466254 w 3490661"/>
              <a:gd name="connsiteY4-322" fmla="*/ 1452423 h 3082645"/>
              <a:gd name="connsiteX5-323" fmla="*/ 2679021 w 3490661"/>
              <a:gd name="connsiteY5-324" fmla="*/ 88887 h 3082645"/>
              <a:gd name="connsiteX6-325" fmla="*/ 2525051 w 3490661"/>
              <a:gd name="connsiteY6-326" fmla="*/ 0 h 3082645"/>
              <a:gd name="connsiteX7-327" fmla="*/ 950576 w 3490661"/>
              <a:gd name="connsiteY7-328" fmla="*/ 0 h 3082645"/>
              <a:gd name="connsiteX8-329" fmla="*/ 796623 w 3490661"/>
              <a:gd name="connsiteY8-330" fmla="*/ 88900 h 3082645"/>
              <a:gd name="connsiteX9-331" fmla="*/ 9390 w 3490661"/>
              <a:gd name="connsiteY9-332" fmla="*/ 1452436 h 3082645"/>
              <a:gd name="connsiteX10-333" fmla="*/ 9398 w 3490661"/>
              <a:gd name="connsiteY10-334" fmla="*/ 1630223 h 3082645"/>
              <a:gd name="connsiteX11-335" fmla="*/ 796631 w 3490661"/>
              <a:gd name="connsiteY11-336" fmla="*/ 2993759 h 3082645"/>
              <a:gd name="connsiteX12-337" fmla="*/ 950601 w 3490661"/>
              <a:gd name="connsiteY12-338" fmla="*/ 3082645 h 3082645"/>
              <a:gd name="connsiteX0-339" fmla="*/ 950601 w 3490661"/>
              <a:gd name="connsiteY0-340" fmla="*/ 3082645 h 3082645"/>
              <a:gd name="connsiteX1-341" fmla="*/ 2525075 w 3490661"/>
              <a:gd name="connsiteY1-342" fmla="*/ 3082645 h 3082645"/>
              <a:gd name="connsiteX2-343" fmla="*/ 2679028 w 3490661"/>
              <a:gd name="connsiteY2-344" fmla="*/ 2993745 h 3082645"/>
              <a:gd name="connsiteX3-345" fmla="*/ 3466261 w 3490661"/>
              <a:gd name="connsiteY3-346" fmla="*/ 1630209 h 3082645"/>
              <a:gd name="connsiteX4-347" fmla="*/ 3466254 w 3490661"/>
              <a:gd name="connsiteY4-348" fmla="*/ 1452423 h 3082645"/>
              <a:gd name="connsiteX5-349" fmla="*/ 2679021 w 3490661"/>
              <a:gd name="connsiteY5-350" fmla="*/ 88887 h 3082645"/>
              <a:gd name="connsiteX6-351" fmla="*/ 2525051 w 3490661"/>
              <a:gd name="connsiteY6-352" fmla="*/ 0 h 3082645"/>
              <a:gd name="connsiteX7-353" fmla="*/ 950576 w 3490661"/>
              <a:gd name="connsiteY7-354" fmla="*/ 0 h 3082645"/>
              <a:gd name="connsiteX8-355" fmla="*/ 796623 w 3490661"/>
              <a:gd name="connsiteY8-356" fmla="*/ 88900 h 3082645"/>
              <a:gd name="connsiteX9-357" fmla="*/ 9390 w 3490661"/>
              <a:gd name="connsiteY9-358" fmla="*/ 1452436 h 3082645"/>
              <a:gd name="connsiteX10-359" fmla="*/ 9398 w 3490661"/>
              <a:gd name="connsiteY10-360" fmla="*/ 1630223 h 3082645"/>
              <a:gd name="connsiteX11-361" fmla="*/ 796631 w 3490661"/>
              <a:gd name="connsiteY11-362" fmla="*/ 2993759 h 3082645"/>
              <a:gd name="connsiteX12-363" fmla="*/ 950601 w 3490661"/>
              <a:gd name="connsiteY12-364" fmla="*/ 3082645 h 3082645"/>
              <a:gd name="connsiteX0-365" fmla="*/ 950601 w 3490661"/>
              <a:gd name="connsiteY0-366" fmla="*/ 3082645 h 3082645"/>
              <a:gd name="connsiteX1-367" fmla="*/ 2525075 w 3490661"/>
              <a:gd name="connsiteY1-368" fmla="*/ 3082645 h 3082645"/>
              <a:gd name="connsiteX2-369" fmla="*/ 2679028 w 3490661"/>
              <a:gd name="connsiteY2-370" fmla="*/ 2993745 h 3082645"/>
              <a:gd name="connsiteX3-371" fmla="*/ 3466261 w 3490661"/>
              <a:gd name="connsiteY3-372" fmla="*/ 1630209 h 3082645"/>
              <a:gd name="connsiteX4-373" fmla="*/ 3466254 w 3490661"/>
              <a:gd name="connsiteY4-374" fmla="*/ 1452423 h 3082645"/>
              <a:gd name="connsiteX5-375" fmla="*/ 2679021 w 3490661"/>
              <a:gd name="connsiteY5-376" fmla="*/ 88887 h 3082645"/>
              <a:gd name="connsiteX6-377" fmla="*/ 2525051 w 3490661"/>
              <a:gd name="connsiteY6-378" fmla="*/ 0 h 3082645"/>
              <a:gd name="connsiteX7-379" fmla="*/ 950576 w 3490661"/>
              <a:gd name="connsiteY7-380" fmla="*/ 0 h 3082645"/>
              <a:gd name="connsiteX8-381" fmla="*/ 796623 w 3490661"/>
              <a:gd name="connsiteY8-382" fmla="*/ 88900 h 3082645"/>
              <a:gd name="connsiteX9-383" fmla="*/ 9390 w 3490661"/>
              <a:gd name="connsiteY9-384" fmla="*/ 1452436 h 3082645"/>
              <a:gd name="connsiteX10-385" fmla="*/ 9398 w 3490661"/>
              <a:gd name="connsiteY10-386" fmla="*/ 1630223 h 3082645"/>
              <a:gd name="connsiteX11-387" fmla="*/ 796631 w 3490661"/>
              <a:gd name="connsiteY11-388" fmla="*/ 2993759 h 3082645"/>
              <a:gd name="connsiteX12-389" fmla="*/ 950601 w 3490661"/>
              <a:gd name="connsiteY12-390" fmla="*/ 3082645 h 3082645"/>
              <a:gd name="connsiteX0-391" fmla="*/ 950601 w 3490661"/>
              <a:gd name="connsiteY0-392" fmla="*/ 3082645 h 3082645"/>
              <a:gd name="connsiteX1-393" fmla="*/ 2525075 w 3490661"/>
              <a:gd name="connsiteY1-394" fmla="*/ 3082645 h 3082645"/>
              <a:gd name="connsiteX2-395" fmla="*/ 2679028 w 3490661"/>
              <a:gd name="connsiteY2-396" fmla="*/ 2993745 h 3082645"/>
              <a:gd name="connsiteX3-397" fmla="*/ 3466261 w 3490661"/>
              <a:gd name="connsiteY3-398" fmla="*/ 1630209 h 3082645"/>
              <a:gd name="connsiteX4-399" fmla="*/ 3466254 w 3490661"/>
              <a:gd name="connsiteY4-400" fmla="*/ 1452423 h 3082645"/>
              <a:gd name="connsiteX5-401" fmla="*/ 2679021 w 3490661"/>
              <a:gd name="connsiteY5-402" fmla="*/ 88887 h 3082645"/>
              <a:gd name="connsiteX6-403" fmla="*/ 2525051 w 3490661"/>
              <a:gd name="connsiteY6-404" fmla="*/ 0 h 3082645"/>
              <a:gd name="connsiteX7-405" fmla="*/ 950576 w 3490661"/>
              <a:gd name="connsiteY7-406" fmla="*/ 0 h 3082645"/>
              <a:gd name="connsiteX8-407" fmla="*/ 796623 w 3490661"/>
              <a:gd name="connsiteY8-408" fmla="*/ 88900 h 3082645"/>
              <a:gd name="connsiteX9-409" fmla="*/ 9390 w 3490661"/>
              <a:gd name="connsiteY9-410" fmla="*/ 1452436 h 3082645"/>
              <a:gd name="connsiteX10-411" fmla="*/ 9398 w 3490661"/>
              <a:gd name="connsiteY10-412" fmla="*/ 1630223 h 3082645"/>
              <a:gd name="connsiteX11-413" fmla="*/ 796631 w 3490661"/>
              <a:gd name="connsiteY11-414" fmla="*/ 2993759 h 3082645"/>
              <a:gd name="connsiteX12-415" fmla="*/ 950601 w 3490661"/>
              <a:gd name="connsiteY12-416" fmla="*/ 3082645 h 3082645"/>
              <a:gd name="connsiteX0-417" fmla="*/ 950601 w 3490661"/>
              <a:gd name="connsiteY0-418" fmla="*/ 3082645 h 3082645"/>
              <a:gd name="connsiteX1-419" fmla="*/ 2525075 w 3490661"/>
              <a:gd name="connsiteY1-420" fmla="*/ 3082645 h 3082645"/>
              <a:gd name="connsiteX2-421" fmla="*/ 2679028 w 3490661"/>
              <a:gd name="connsiteY2-422" fmla="*/ 2993745 h 3082645"/>
              <a:gd name="connsiteX3-423" fmla="*/ 3466261 w 3490661"/>
              <a:gd name="connsiteY3-424" fmla="*/ 1630209 h 3082645"/>
              <a:gd name="connsiteX4-425" fmla="*/ 3466254 w 3490661"/>
              <a:gd name="connsiteY4-426" fmla="*/ 1452423 h 3082645"/>
              <a:gd name="connsiteX5-427" fmla="*/ 2679021 w 3490661"/>
              <a:gd name="connsiteY5-428" fmla="*/ 88887 h 3082645"/>
              <a:gd name="connsiteX6-429" fmla="*/ 2525051 w 3490661"/>
              <a:gd name="connsiteY6-430" fmla="*/ 0 h 3082645"/>
              <a:gd name="connsiteX7-431" fmla="*/ 950576 w 3490661"/>
              <a:gd name="connsiteY7-432" fmla="*/ 0 h 3082645"/>
              <a:gd name="connsiteX8-433" fmla="*/ 796623 w 3490661"/>
              <a:gd name="connsiteY8-434" fmla="*/ 88900 h 3082645"/>
              <a:gd name="connsiteX9-435" fmla="*/ 9390 w 3490661"/>
              <a:gd name="connsiteY9-436" fmla="*/ 1452436 h 3082645"/>
              <a:gd name="connsiteX10-437" fmla="*/ 9398 w 3490661"/>
              <a:gd name="connsiteY10-438" fmla="*/ 1630223 h 3082645"/>
              <a:gd name="connsiteX11-439" fmla="*/ 796631 w 3490661"/>
              <a:gd name="connsiteY11-440" fmla="*/ 2993759 h 3082645"/>
              <a:gd name="connsiteX12-441" fmla="*/ 950601 w 3490661"/>
              <a:gd name="connsiteY12-442" fmla="*/ 3082645 h 3082645"/>
              <a:gd name="connsiteX0-443" fmla="*/ 950603 w 3490663"/>
              <a:gd name="connsiteY0-444" fmla="*/ 3082645 h 3082645"/>
              <a:gd name="connsiteX1-445" fmla="*/ 2525077 w 3490663"/>
              <a:gd name="connsiteY1-446" fmla="*/ 3082645 h 3082645"/>
              <a:gd name="connsiteX2-447" fmla="*/ 2679030 w 3490663"/>
              <a:gd name="connsiteY2-448" fmla="*/ 2993745 h 3082645"/>
              <a:gd name="connsiteX3-449" fmla="*/ 3466263 w 3490663"/>
              <a:gd name="connsiteY3-450" fmla="*/ 1630209 h 3082645"/>
              <a:gd name="connsiteX4-451" fmla="*/ 3466256 w 3490663"/>
              <a:gd name="connsiteY4-452" fmla="*/ 1452423 h 3082645"/>
              <a:gd name="connsiteX5-453" fmla="*/ 2679023 w 3490663"/>
              <a:gd name="connsiteY5-454" fmla="*/ 88887 h 3082645"/>
              <a:gd name="connsiteX6-455" fmla="*/ 2525053 w 3490663"/>
              <a:gd name="connsiteY6-456" fmla="*/ 0 h 3082645"/>
              <a:gd name="connsiteX7-457" fmla="*/ 950578 w 3490663"/>
              <a:gd name="connsiteY7-458" fmla="*/ 0 h 3082645"/>
              <a:gd name="connsiteX8-459" fmla="*/ 796625 w 3490663"/>
              <a:gd name="connsiteY8-460" fmla="*/ 88900 h 3082645"/>
              <a:gd name="connsiteX9-461" fmla="*/ 9392 w 3490663"/>
              <a:gd name="connsiteY9-462" fmla="*/ 1452436 h 3082645"/>
              <a:gd name="connsiteX10-463" fmla="*/ 9400 w 3490663"/>
              <a:gd name="connsiteY10-464" fmla="*/ 1630223 h 3082645"/>
              <a:gd name="connsiteX11-465" fmla="*/ 796633 w 3490663"/>
              <a:gd name="connsiteY11-466" fmla="*/ 2993759 h 3082645"/>
              <a:gd name="connsiteX12-467" fmla="*/ 950603 w 3490663"/>
              <a:gd name="connsiteY12-468" fmla="*/ 3082645 h 3082645"/>
              <a:gd name="connsiteX0-469" fmla="*/ 965611 w 3505671"/>
              <a:gd name="connsiteY0-470" fmla="*/ 3082645 h 3082645"/>
              <a:gd name="connsiteX1-471" fmla="*/ 2540085 w 3505671"/>
              <a:gd name="connsiteY1-472" fmla="*/ 3082645 h 3082645"/>
              <a:gd name="connsiteX2-473" fmla="*/ 2694038 w 3505671"/>
              <a:gd name="connsiteY2-474" fmla="*/ 2993745 h 3082645"/>
              <a:gd name="connsiteX3-475" fmla="*/ 3481271 w 3505671"/>
              <a:gd name="connsiteY3-476" fmla="*/ 1630209 h 3082645"/>
              <a:gd name="connsiteX4-477" fmla="*/ 3481264 w 3505671"/>
              <a:gd name="connsiteY4-478" fmla="*/ 1452423 h 3082645"/>
              <a:gd name="connsiteX5-479" fmla="*/ 2694031 w 3505671"/>
              <a:gd name="connsiteY5-480" fmla="*/ 88887 h 3082645"/>
              <a:gd name="connsiteX6-481" fmla="*/ 2540061 w 3505671"/>
              <a:gd name="connsiteY6-482" fmla="*/ 0 h 3082645"/>
              <a:gd name="connsiteX7-483" fmla="*/ 965586 w 3505671"/>
              <a:gd name="connsiteY7-484" fmla="*/ 0 h 3082645"/>
              <a:gd name="connsiteX8-485" fmla="*/ 811633 w 3505671"/>
              <a:gd name="connsiteY8-486" fmla="*/ 88900 h 3082645"/>
              <a:gd name="connsiteX9-487" fmla="*/ 24400 w 3505671"/>
              <a:gd name="connsiteY9-488" fmla="*/ 1452436 h 3082645"/>
              <a:gd name="connsiteX10-489" fmla="*/ 24408 w 3505671"/>
              <a:gd name="connsiteY10-490" fmla="*/ 1630223 h 3082645"/>
              <a:gd name="connsiteX11-491" fmla="*/ 811641 w 3505671"/>
              <a:gd name="connsiteY11-492" fmla="*/ 2993759 h 3082645"/>
              <a:gd name="connsiteX12-493" fmla="*/ 965611 w 3505671"/>
              <a:gd name="connsiteY12-494" fmla="*/ 3082645 h 3082645"/>
              <a:gd name="connsiteX0-495" fmla="*/ 965611 w 3505671"/>
              <a:gd name="connsiteY0-496" fmla="*/ 3082645 h 3082645"/>
              <a:gd name="connsiteX1-497" fmla="*/ 2540085 w 3505671"/>
              <a:gd name="connsiteY1-498" fmla="*/ 3082645 h 3082645"/>
              <a:gd name="connsiteX2-499" fmla="*/ 2694038 w 3505671"/>
              <a:gd name="connsiteY2-500" fmla="*/ 2993745 h 3082645"/>
              <a:gd name="connsiteX3-501" fmla="*/ 3481271 w 3505671"/>
              <a:gd name="connsiteY3-502" fmla="*/ 1630209 h 3082645"/>
              <a:gd name="connsiteX4-503" fmla="*/ 3481264 w 3505671"/>
              <a:gd name="connsiteY4-504" fmla="*/ 1452423 h 3082645"/>
              <a:gd name="connsiteX5-505" fmla="*/ 2694031 w 3505671"/>
              <a:gd name="connsiteY5-506" fmla="*/ 88887 h 3082645"/>
              <a:gd name="connsiteX6-507" fmla="*/ 2540061 w 3505671"/>
              <a:gd name="connsiteY6-508" fmla="*/ 0 h 3082645"/>
              <a:gd name="connsiteX7-509" fmla="*/ 965586 w 3505671"/>
              <a:gd name="connsiteY7-510" fmla="*/ 0 h 3082645"/>
              <a:gd name="connsiteX8-511" fmla="*/ 811633 w 3505671"/>
              <a:gd name="connsiteY8-512" fmla="*/ 88900 h 3082645"/>
              <a:gd name="connsiteX9-513" fmla="*/ 24400 w 3505671"/>
              <a:gd name="connsiteY9-514" fmla="*/ 1452436 h 3082645"/>
              <a:gd name="connsiteX10-515" fmla="*/ 24408 w 3505671"/>
              <a:gd name="connsiteY10-516" fmla="*/ 1630223 h 3082645"/>
              <a:gd name="connsiteX11-517" fmla="*/ 811641 w 3505671"/>
              <a:gd name="connsiteY11-518" fmla="*/ 2993759 h 3082645"/>
              <a:gd name="connsiteX12-519" fmla="*/ 965611 w 3505671"/>
              <a:gd name="connsiteY12-520" fmla="*/ 3082645 h 3082645"/>
              <a:gd name="connsiteX0-521" fmla="*/ 965611 w 3505671"/>
              <a:gd name="connsiteY0-522" fmla="*/ 3082645 h 3082645"/>
              <a:gd name="connsiteX1-523" fmla="*/ 2540085 w 3505671"/>
              <a:gd name="connsiteY1-524" fmla="*/ 3082645 h 3082645"/>
              <a:gd name="connsiteX2-525" fmla="*/ 2694038 w 3505671"/>
              <a:gd name="connsiteY2-526" fmla="*/ 2993745 h 3082645"/>
              <a:gd name="connsiteX3-527" fmla="*/ 3481271 w 3505671"/>
              <a:gd name="connsiteY3-528" fmla="*/ 1630209 h 3082645"/>
              <a:gd name="connsiteX4-529" fmla="*/ 3481264 w 3505671"/>
              <a:gd name="connsiteY4-530" fmla="*/ 1452423 h 3082645"/>
              <a:gd name="connsiteX5-531" fmla="*/ 2694031 w 3505671"/>
              <a:gd name="connsiteY5-532" fmla="*/ 88887 h 3082645"/>
              <a:gd name="connsiteX6-533" fmla="*/ 2540061 w 3505671"/>
              <a:gd name="connsiteY6-534" fmla="*/ 0 h 3082645"/>
              <a:gd name="connsiteX7-535" fmla="*/ 965586 w 3505671"/>
              <a:gd name="connsiteY7-536" fmla="*/ 0 h 3082645"/>
              <a:gd name="connsiteX8-537" fmla="*/ 811633 w 3505671"/>
              <a:gd name="connsiteY8-538" fmla="*/ 88900 h 3082645"/>
              <a:gd name="connsiteX9-539" fmla="*/ 24400 w 3505671"/>
              <a:gd name="connsiteY9-540" fmla="*/ 1452436 h 3082645"/>
              <a:gd name="connsiteX10-541" fmla="*/ 24408 w 3505671"/>
              <a:gd name="connsiteY10-542" fmla="*/ 1630223 h 3082645"/>
              <a:gd name="connsiteX11-543" fmla="*/ 811641 w 3505671"/>
              <a:gd name="connsiteY11-544" fmla="*/ 2993759 h 3082645"/>
              <a:gd name="connsiteX12-545" fmla="*/ 965611 w 3505671"/>
              <a:gd name="connsiteY12-546" fmla="*/ 3082645 h 3082645"/>
              <a:gd name="connsiteX0-547" fmla="*/ 965611 w 3505671"/>
              <a:gd name="connsiteY0-548" fmla="*/ 3082645 h 3082645"/>
              <a:gd name="connsiteX1-549" fmla="*/ 2540085 w 3505671"/>
              <a:gd name="connsiteY1-550" fmla="*/ 3082645 h 3082645"/>
              <a:gd name="connsiteX2-551" fmla="*/ 2694038 w 3505671"/>
              <a:gd name="connsiteY2-552" fmla="*/ 2993745 h 3082645"/>
              <a:gd name="connsiteX3-553" fmla="*/ 3481271 w 3505671"/>
              <a:gd name="connsiteY3-554" fmla="*/ 1630209 h 3082645"/>
              <a:gd name="connsiteX4-555" fmla="*/ 3481264 w 3505671"/>
              <a:gd name="connsiteY4-556" fmla="*/ 1452423 h 3082645"/>
              <a:gd name="connsiteX5-557" fmla="*/ 2694031 w 3505671"/>
              <a:gd name="connsiteY5-558" fmla="*/ 88887 h 3082645"/>
              <a:gd name="connsiteX6-559" fmla="*/ 2540061 w 3505671"/>
              <a:gd name="connsiteY6-560" fmla="*/ 0 h 3082645"/>
              <a:gd name="connsiteX7-561" fmla="*/ 965586 w 3505671"/>
              <a:gd name="connsiteY7-562" fmla="*/ 0 h 3082645"/>
              <a:gd name="connsiteX8-563" fmla="*/ 811633 w 3505671"/>
              <a:gd name="connsiteY8-564" fmla="*/ 88900 h 3082645"/>
              <a:gd name="connsiteX9-565" fmla="*/ 24400 w 3505671"/>
              <a:gd name="connsiteY9-566" fmla="*/ 1452436 h 3082645"/>
              <a:gd name="connsiteX10-567" fmla="*/ 24408 w 3505671"/>
              <a:gd name="connsiteY10-568" fmla="*/ 1630223 h 3082645"/>
              <a:gd name="connsiteX11-569" fmla="*/ 811641 w 3505671"/>
              <a:gd name="connsiteY11-570" fmla="*/ 2993759 h 3082645"/>
              <a:gd name="connsiteX12-571" fmla="*/ 965611 w 3505671"/>
              <a:gd name="connsiteY12-572" fmla="*/ 3082645 h 30826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05671" h="3082645">
                <a:moveTo>
                  <a:pt x="965611" y="3082645"/>
                </a:moveTo>
                <a:cubicBezTo>
                  <a:pt x="1030690" y="3082645"/>
                  <a:pt x="2475006" y="3082646"/>
                  <a:pt x="2540085" y="3082645"/>
                </a:cubicBezTo>
                <a:cubicBezTo>
                  <a:pt x="2605164" y="3082646"/>
                  <a:pt x="2661499" y="3050107"/>
                  <a:pt x="2694038" y="2993745"/>
                </a:cubicBezTo>
                <a:cubicBezTo>
                  <a:pt x="2726578" y="2937386"/>
                  <a:pt x="3448731" y="1686570"/>
                  <a:pt x="3481271" y="1630209"/>
                </a:cubicBezTo>
                <a:cubicBezTo>
                  <a:pt x="3513810" y="1573850"/>
                  <a:pt x="3513803" y="1508784"/>
                  <a:pt x="3481264" y="1452423"/>
                </a:cubicBezTo>
                <a:cubicBezTo>
                  <a:pt x="3448724" y="1396064"/>
                  <a:pt x="2726570" y="145248"/>
                  <a:pt x="2694031" y="88887"/>
                </a:cubicBezTo>
                <a:cubicBezTo>
                  <a:pt x="2661492" y="32528"/>
                  <a:pt x="2605139" y="1"/>
                  <a:pt x="2540061" y="0"/>
                </a:cubicBezTo>
                <a:cubicBezTo>
                  <a:pt x="2474982" y="1"/>
                  <a:pt x="1030665" y="1"/>
                  <a:pt x="965586" y="0"/>
                </a:cubicBezTo>
                <a:cubicBezTo>
                  <a:pt x="900507" y="1"/>
                  <a:pt x="844173" y="32540"/>
                  <a:pt x="811633" y="88900"/>
                </a:cubicBezTo>
                <a:cubicBezTo>
                  <a:pt x="779094" y="145261"/>
                  <a:pt x="56940" y="1396077"/>
                  <a:pt x="24400" y="1452436"/>
                </a:cubicBezTo>
                <a:cubicBezTo>
                  <a:pt x="-8139" y="1508797"/>
                  <a:pt x="-8132" y="1573863"/>
                  <a:pt x="24408" y="1630223"/>
                </a:cubicBezTo>
                <a:cubicBezTo>
                  <a:pt x="56947" y="1686584"/>
                  <a:pt x="779101" y="2937400"/>
                  <a:pt x="811641" y="2993759"/>
                </a:cubicBezTo>
                <a:cubicBezTo>
                  <a:pt x="844180" y="3050120"/>
                  <a:pt x="900532" y="3082645"/>
                  <a:pt x="965611" y="3082645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9017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00" b="1">
              <a:solidFill>
                <a:schemeClr val="lt1"/>
              </a:solidFill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0"/>
            </p:custDataLst>
          </p:nvPr>
        </p:nvSpPr>
        <p:spPr>
          <a:xfrm>
            <a:off x="8906030" y="1267588"/>
            <a:ext cx="2752655" cy="8807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实时自适应</a:t>
            </a:r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8906030" y="2199539"/>
            <a:ext cx="2745455" cy="9167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日内每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15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分钟滚动修正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光伏波动自动重分配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电价偏离即时调整策略</a:t>
            </a:r>
          </a:p>
        </p:txBody>
      </p:sp>
      <p:sp>
        <p:nvSpPr>
          <p:cNvPr id="23" name="矩形 22"/>
          <p:cNvSpPr/>
          <p:nvPr>
            <p:custDataLst>
              <p:tags r:id="rId12"/>
            </p:custDataLst>
          </p:nvPr>
        </p:nvSpPr>
        <p:spPr>
          <a:xfrm>
            <a:off x="8907630" y="3833852"/>
            <a:ext cx="2752655" cy="8807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高效规模化</a:t>
            </a:r>
          </a:p>
        </p:txBody>
      </p:sp>
      <p:sp>
        <p:nvSpPr>
          <p:cNvPr id="24" name="矩形 23"/>
          <p:cNvSpPr/>
          <p:nvPr>
            <p:custDataLst>
              <p:tags r:id="rId13"/>
            </p:custDataLst>
          </p:nvPr>
        </p:nvSpPr>
        <p:spPr>
          <a:xfrm>
            <a:off x="8907630" y="4765803"/>
            <a:ext cx="2772654" cy="9167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秒级出策略，支持数百台设备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多市场并行参与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标准化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API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即插即用</a:t>
            </a:r>
          </a:p>
        </p:txBody>
      </p:sp>
      <p:pic>
        <p:nvPicPr>
          <p:cNvPr id="28" name="图片 5" descr="343435383036303b343532343134393bcdb7c4d4b7e7b1a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170280" y="2027548"/>
            <a:ext cx="258386" cy="258386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15"/>
            </p:custDataLst>
          </p:nvPr>
        </p:nvSpPr>
        <p:spPr>
          <a:xfrm>
            <a:off x="1012845" y="3833852"/>
            <a:ext cx="2752655" cy="8807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风险可控</a:t>
            </a:r>
          </a:p>
        </p:txBody>
      </p:sp>
      <p:sp>
        <p:nvSpPr>
          <p:cNvPr id="29" name="矩形 28"/>
          <p:cNvSpPr/>
          <p:nvPr>
            <p:custDataLst>
              <p:tags r:id="rId16"/>
            </p:custDataLst>
          </p:nvPr>
        </p:nvSpPr>
        <p:spPr>
          <a:xfrm>
            <a:off x="1012845" y="4765803"/>
            <a:ext cx="2752655" cy="9167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合约偏差自动管控避免罚款</a:t>
            </a:r>
          </a:p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设备约束硬保障</a:t>
            </a:r>
          </a:p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循环寿命纳入成本模型</a:t>
            </a:r>
          </a:p>
        </p:txBody>
      </p:sp>
      <p:sp>
        <p:nvSpPr>
          <p:cNvPr id="30" name="矩形 29"/>
          <p:cNvSpPr/>
          <p:nvPr>
            <p:custDataLst>
              <p:tags r:id="rId17"/>
            </p:custDataLst>
          </p:nvPr>
        </p:nvSpPr>
        <p:spPr>
          <a:xfrm>
            <a:off x="1004846" y="1267588"/>
            <a:ext cx="2752655" cy="8807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全局最优</a:t>
            </a:r>
          </a:p>
        </p:txBody>
      </p:sp>
      <p:sp>
        <p:nvSpPr>
          <p:cNvPr id="31" name="矩形 30"/>
          <p:cNvSpPr/>
          <p:nvPr>
            <p:custDataLst>
              <p:tags r:id="rId18"/>
            </p:custDataLst>
          </p:nvPr>
        </p:nvSpPr>
        <p:spPr>
          <a:xfrm>
            <a:off x="1004846" y="2199539"/>
            <a:ext cx="2752655" cy="9167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MILP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数学优化代替人工排程</a:t>
            </a:r>
          </a:p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收益提升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10%-30%</a:t>
            </a:r>
          </a:p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跨市场联合优化避免局部最优</a:t>
            </a:r>
          </a:p>
        </p:txBody>
      </p:sp>
      <p:pic>
        <p:nvPicPr>
          <p:cNvPr id="32" name="图片 15" descr="343439383331313b343532303033313bd3a6d3c3c9ccb3c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210067" y="2047547"/>
            <a:ext cx="217589" cy="217589"/>
          </a:xfrm>
          <a:prstGeom prst="rect">
            <a:avLst/>
          </a:prstGeom>
        </p:spPr>
      </p:pic>
      <p:pic>
        <p:nvPicPr>
          <p:cNvPr id="33" name="图片 12" descr="343439383331313b343532303032383bbfcdbba7b9dcc0e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180679" y="4543415"/>
            <a:ext cx="271986" cy="271986"/>
          </a:xfrm>
          <a:prstGeom prst="rect">
            <a:avLst/>
          </a:prstGeom>
        </p:spPr>
      </p:pic>
      <p:pic>
        <p:nvPicPr>
          <p:cNvPr id="34" name="图片 14" descr="343439383331313b343532303033303bd2d1b9bad3a6d3c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211667" y="4570613"/>
            <a:ext cx="217589" cy="217589"/>
          </a:xfrm>
          <a:prstGeom prst="rect">
            <a:avLst/>
          </a:prstGeom>
        </p:spPr>
      </p:pic>
      <p:sp>
        <p:nvSpPr>
          <p:cNvPr id="35" name="圆角矩形 34"/>
          <p:cNvSpPr/>
          <p:nvPr>
            <p:custDataLst>
              <p:tags r:id="rId22"/>
            </p:custDataLst>
          </p:nvPr>
        </p:nvSpPr>
        <p:spPr>
          <a:xfrm>
            <a:off x="5252623" y="2362730"/>
            <a:ext cx="2115088" cy="2115088"/>
          </a:xfrm>
          <a:prstGeom prst="roundRect">
            <a:avLst>
              <a:gd name="adj" fmla="val 26744"/>
            </a:avLst>
          </a:prstGeom>
          <a:gradFill>
            <a:gsLst>
              <a:gs pos="0">
                <a:schemeClr val="accent1">
                  <a:alpha val="17000"/>
                </a:schemeClr>
              </a:gs>
              <a:gs pos="100000">
                <a:schemeClr val="accent1">
                  <a:alpha val="23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6" name="圆角矩形 35"/>
          <p:cNvSpPr/>
          <p:nvPr>
            <p:custDataLst>
              <p:tags r:id="rId23"/>
            </p:custDataLst>
          </p:nvPr>
        </p:nvSpPr>
        <p:spPr>
          <a:xfrm rot="2700000">
            <a:off x="4855044" y="1965151"/>
            <a:ext cx="2910246" cy="2910246"/>
          </a:xfrm>
          <a:prstGeom prst="roundRect">
            <a:avLst>
              <a:gd name="adj" fmla="val 26744"/>
            </a:avLst>
          </a:prstGeom>
          <a:noFill/>
          <a:ln w="38100">
            <a:gradFill>
              <a:gsLst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8000"/>
                  </a:schemeClr>
                </a:gs>
              </a:gsLst>
              <a:lin ang="1956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7" name="圆角矩形 36"/>
          <p:cNvSpPr/>
          <p:nvPr>
            <p:custDataLst>
              <p:tags r:id="rId24"/>
            </p:custDataLst>
          </p:nvPr>
        </p:nvSpPr>
        <p:spPr>
          <a:xfrm rot="2700000">
            <a:off x="4710251" y="1820359"/>
            <a:ext cx="3199831" cy="3199831"/>
          </a:xfrm>
          <a:prstGeom prst="roundRect">
            <a:avLst>
              <a:gd name="adj" fmla="val 26744"/>
            </a:avLst>
          </a:prstGeom>
          <a:noFill/>
          <a:ln w="12700">
            <a:gradFill>
              <a:gsLst>
                <a:gs pos="100000">
                  <a:schemeClr val="accent1">
                    <a:alpha val="54000"/>
                  </a:schemeClr>
                </a:gs>
                <a:gs pos="0">
                  <a:schemeClr val="accent1">
                    <a:alpha val="55000"/>
                  </a:schemeClr>
                </a:gs>
              </a:gsLst>
              <a:lin ang="19560000" scaled="1"/>
            </a:gra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8" name="任意多边形 37"/>
          <p:cNvSpPr/>
          <p:nvPr>
            <p:custDataLst>
              <p:tags r:id="rId25"/>
            </p:custDataLst>
          </p:nvPr>
        </p:nvSpPr>
        <p:spPr>
          <a:xfrm>
            <a:off x="5047834" y="2158741"/>
            <a:ext cx="2523067" cy="252306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96" h="4096">
                <a:moveTo>
                  <a:pt x="2048" y="0"/>
                </a:moveTo>
                <a:cubicBezTo>
                  <a:pt x="2283" y="0"/>
                  <a:pt x="2518" y="90"/>
                  <a:pt x="2697" y="269"/>
                </a:cubicBezTo>
                <a:lnTo>
                  <a:pt x="3827" y="1398"/>
                </a:lnTo>
                <a:cubicBezTo>
                  <a:pt x="4185" y="1757"/>
                  <a:pt x="4185" y="2339"/>
                  <a:pt x="3827" y="2697"/>
                </a:cubicBezTo>
                <a:lnTo>
                  <a:pt x="2697" y="3827"/>
                </a:lnTo>
                <a:cubicBezTo>
                  <a:pt x="2339" y="4185"/>
                  <a:pt x="1757" y="4185"/>
                  <a:pt x="1398" y="3827"/>
                </a:cubicBezTo>
                <a:lnTo>
                  <a:pt x="269" y="2697"/>
                </a:lnTo>
                <a:cubicBezTo>
                  <a:pt x="-90" y="2339"/>
                  <a:pt x="-90" y="1757"/>
                  <a:pt x="269" y="1398"/>
                </a:cubicBezTo>
                <a:lnTo>
                  <a:pt x="1398" y="269"/>
                </a:lnTo>
                <a:cubicBezTo>
                  <a:pt x="1578" y="90"/>
                  <a:pt x="1813" y="0"/>
                  <a:pt x="204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80000"/>
                  <a:lumOff val="20000"/>
                  <a:alpha val="100000"/>
                </a:schemeClr>
              </a:gs>
            </a:gsLst>
            <a:lin ang="13500000"/>
          </a:gradFill>
          <a:ln>
            <a:noFill/>
          </a:ln>
          <a:effectLst>
            <a:outerShdw blurRad="215900" dist="1143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0045" tIns="323850" rIns="360045" bIns="28829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uFillTx/>
                <a:latin typeface="+mn-ea"/>
                <a:cs typeface="+mn-ea"/>
                <a:sym typeface="+mn-ea"/>
              </a:rPr>
              <a:t>核心优势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725058" y="2936557"/>
            <a:ext cx="5512847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3200" b="1" dirty="0">
                <a:solidFill>
                  <a:srgbClr val="1F2937"/>
                </a:solidFill>
                <a:latin typeface="PingFang SC" panose="020B0400000000000000" charset="-122"/>
                <a:ea typeface="PingFang SC" panose="020B0400000000000000" charset="-122"/>
              </a:rPr>
              <a:t>三、案例介绍及合作模式</a:t>
            </a:r>
            <a:endParaRPr lang="zh-CN" sz="3200" b="1" dirty="0">
              <a:solidFill>
                <a:srgbClr val="1F293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07392" y="308772"/>
            <a:ext cx="1167204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案例：山东某</a:t>
            </a:r>
            <a:r>
              <a:rPr lang="en-US" altLang="zh-CN" dirty="0"/>
              <a:t>10MW</a:t>
            </a:r>
            <a:r>
              <a:rPr lang="zh-CN" altLang="en-US" dirty="0"/>
              <a:t>虚拟电厂收益情况分析</a:t>
            </a:r>
            <a:r>
              <a:rPr lang="en-US" altLang="zh-CN" dirty="0"/>
              <a:t>(</a:t>
            </a:r>
            <a:r>
              <a:rPr lang="zh-CN" altLang="en-US" dirty="0"/>
              <a:t>分布式光伏</a:t>
            </a:r>
            <a:r>
              <a:rPr lang="en-US" altLang="zh-CN" dirty="0"/>
              <a:t>3MW</a:t>
            </a:r>
            <a:r>
              <a:rPr lang="zh-CN" altLang="en-US" dirty="0"/>
              <a:t>、可调负荷</a:t>
            </a:r>
            <a:r>
              <a:rPr lang="en-US" altLang="zh-CN" dirty="0"/>
              <a:t>3MW</a:t>
            </a:r>
            <a:r>
              <a:rPr lang="zh-CN" altLang="en-US" dirty="0"/>
              <a:t>、工商业储能</a:t>
            </a:r>
            <a:r>
              <a:rPr lang="en-US" altLang="zh-CN" dirty="0"/>
              <a:t>4MW/8MWh:</a:t>
            </a:r>
          </a:p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30438" y="783046"/>
            <a:ext cx="109459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1.</a:t>
            </a:r>
            <a:r>
              <a:rPr lang="zh-CN" altLang="en-US" sz="1600" dirty="0">
                <a:sym typeface="+mn-ea"/>
              </a:rPr>
              <a:t>分布式光伏</a:t>
            </a:r>
            <a:r>
              <a:rPr lang="en-US" altLang="zh-CN" sz="1600" dirty="0"/>
              <a:t>3WM</a:t>
            </a:r>
            <a:r>
              <a:rPr lang="zh-CN" altLang="en-US" sz="1600" dirty="0"/>
              <a:t>，年利用小时数</a:t>
            </a:r>
            <a:r>
              <a:rPr lang="en-US" altLang="zh-CN" sz="1600" dirty="0"/>
              <a:t>1150h</a:t>
            </a:r>
            <a:r>
              <a:rPr lang="zh-CN" altLang="en-US" sz="1600" dirty="0"/>
              <a:t>，总发电量</a:t>
            </a:r>
            <a:r>
              <a:rPr lang="en-US" altLang="zh-CN" sz="1600" dirty="0"/>
              <a:t>20%</a:t>
            </a:r>
            <a:r>
              <a:rPr lang="zh-CN" altLang="en-US" sz="1600" dirty="0"/>
              <a:t>被动现货交易，中长期提升</a:t>
            </a:r>
            <a:r>
              <a:rPr lang="en-US" altLang="zh-CN" sz="1600" dirty="0"/>
              <a:t>0.1</a:t>
            </a:r>
            <a:r>
              <a:rPr lang="zh-CN" altLang="en-US" sz="1600" dirty="0"/>
              <a:t>元</a:t>
            </a:r>
            <a:r>
              <a:rPr lang="en-US" altLang="zh-CN" sz="1600" dirty="0"/>
              <a:t>/kWh</a:t>
            </a:r>
            <a:r>
              <a:rPr lang="zh-CN" altLang="en-US" sz="1600" dirty="0"/>
              <a:t>取值，收益情况如下 ：</a:t>
            </a:r>
            <a:endParaRPr lang="en-US" altLang="zh-CN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现货电量</a:t>
            </a:r>
            <a:r>
              <a:rPr lang="en-US" altLang="zh-CN" sz="1600" dirty="0"/>
              <a:t>=</a:t>
            </a:r>
            <a:r>
              <a:rPr lang="en-US" altLang="zh-CN" sz="1600" b="1" dirty="0"/>
              <a:t>3000*1150*20%=69</a:t>
            </a:r>
            <a:r>
              <a:rPr lang="zh-CN" altLang="en-US" sz="1600" b="1" dirty="0"/>
              <a:t>万</a:t>
            </a:r>
            <a:r>
              <a:rPr lang="en-US" altLang="zh-CN" sz="1600" b="1" dirty="0"/>
              <a:t>kWh</a:t>
            </a:r>
            <a:r>
              <a:rPr lang="zh-CN" altLang="en-US" sz="1600" b="1" dirty="0"/>
              <a:t>。</a:t>
            </a:r>
            <a:r>
              <a:rPr lang="zh-CN" altLang="en-US" sz="1600" dirty="0"/>
              <a:t>年度增收</a:t>
            </a:r>
            <a:r>
              <a:rPr lang="en-US" altLang="zh-CN" sz="1600" dirty="0"/>
              <a:t>=</a:t>
            </a:r>
            <a:r>
              <a:rPr lang="en-US" altLang="zh-CN" sz="1600" b="1" dirty="0"/>
              <a:t>690000*0.1=69000</a:t>
            </a:r>
            <a:r>
              <a:rPr lang="zh-CN" altLang="en-US" sz="1600" b="1" dirty="0"/>
              <a:t>元。</a:t>
            </a:r>
            <a:r>
              <a:rPr lang="en-US" altLang="zh-CN" sz="1600" b="1" dirty="0"/>
              <a:t>69000/3000*1150=0.02</a:t>
            </a:r>
            <a:r>
              <a:rPr lang="zh-CN" altLang="en-US" sz="1600" b="1" dirty="0"/>
              <a:t>元</a:t>
            </a:r>
            <a:r>
              <a:rPr lang="en-US" altLang="zh-CN" sz="1600" b="1" dirty="0"/>
              <a:t>/kWh</a:t>
            </a:r>
            <a:r>
              <a:rPr lang="zh-CN" altLang="en-US" sz="1600" dirty="0">
                <a:latin typeface="Arial" panose="020B0604020202020204" pitchFamily="34" charset="0"/>
              </a:rPr>
              <a:t>。（折合全电量</a:t>
            </a:r>
            <a:r>
              <a:rPr lang="zh-CN" altLang="en-US" sz="1600" dirty="0">
                <a:sym typeface="+mn-ea"/>
              </a:rPr>
              <a:t>度电平均增收0.02 元 /kWh</a:t>
            </a:r>
            <a:r>
              <a:rPr lang="zh-CN" altLang="zh-CN" sz="1600" dirty="0">
                <a:latin typeface="Arial" panose="020B0604020202020204" pitchFamily="34" charset="0"/>
                <a:sym typeface="+mn-ea"/>
              </a:rPr>
              <a:t> ）</a:t>
            </a:r>
            <a:endParaRPr lang="zh-CN" altLang="zh-CN" sz="1600" dirty="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8816" y="1999604"/>
            <a:ext cx="109459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2.</a:t>
            </a:r>
            <a:r>
              <a:rPr lang="zh-CN" altLang="en-US" sz="1600" dirty="0">
                <a:sym typeface="+mn-ea"/>
              </a:rPr>
              <a:t>可调负荷</a:t>
            </a:r>
            <a:r>
              <a:rPr lang="en-US" altLang="zh-CN" sz="1600" dirty="0"/>
              <a:t>MW</a:t>
            </a:r>
            <a:r>
              <a:rPr lang="zh-CN" altLang="en-US" sz="1600" dirty="0"/>
              <a:t>，迎峰度夏期间</a:t>
            </a:r>
            <a:r>
              <a:rPr lang="zh-CN" altLang="en-US" sz="1600" dirty="0">
                <a:sym typeface="+mn-ea"/>
              </a:rPr>
              <a:t>全年取有效响应等效小时</a:t>
            </a:r>
            <a:r>
              <a:rPr lang="en-US" altLang="zh-CN" sz="1600" dirty="0">
                <a:sym typeface="+mn-ea"/>
              </a:rPr>
              <a:t>120h</a:t>
            </a:r>
            <a:r>
              <a:rPr lang="zh-CN" altLang="en-US" sz="1600" dirty="0">
                <a:sym typeface="+mn-ea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平均度电补贴按照</a:t>
            </a:r>
            <a:r>
              <a:rPr lang="en-US" altLang="zh-CN" sz="1600" dirty="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0.3</a:t>
            </a:r>
            <a:r>
              <a:rPr lang="zh-CN" altLang="en-US" sz="1600" dirty="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元</a:t>
            </a:r>
            <a:r>
              <a:rPr lang="en-US" altLang="zh-CN" sz="1600" dirty="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KWh</a:t>
            </a:r>
            <a:r>
              <a:rPr lang="zh-CN" altLang="en-US" sz="1600" dirty="0" err="1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取值</a:t>
            </a:r>
            <a:r>
              <a:rPr lang="zh-CN" altLang="en-US" sz="1600" dirty="0"/>
              <a:t>，收益情况如下：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年度收入</a:t>
            </a:r>
            <a:r>
              <a:rPr lang="en-US" altLang="zh-CN" sz="1600" dirty="0"/>
              <a:t>=</a:t>
            </a:r>
            <a:r>
              <a:rPr lang="en-US" altLang="zh-CN" sz="1600" b="1" dirty="0"/>
              <a:t>3000×120×0.3=1080</a:t>
            </a:r>
            <a:r>
              <a:rPr lang="en-US" sz="1600" b="1" dirty="0"/>
              <a:t>00</a:t>
            </a:r>
            <a:r>
              <a:rPr lang="zh-CN" altLang="en-US" sz="1600" b="1" dirty="0"/>
              <a:t>元。</a:t>
            </a:r>
            <a:endParaRPr lang="zh-CN" altLang="zh-CN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8816" y="2921189"/>
            <a:ext cx="109459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3.</a:t>
            </a:r>
            <a:r>
              <a:rPr lang="zh-CN" altLang="en-US" sz="1600" dirty="0">
                <a:sym typeface="+mn-ea"/>
              </a:rPr>
              <a:t>储能系统</a:t>
            </a:r>
            <a:r>
              <a:rPr lang="en-US" altLang="zh-CN" sz="1600" dirty="0"/>
              <a:t>4MW/MWh</a:t>
            </a:r>
            <a:r>
              <a:rPr lang="zh-CN" altLang="en-US" sz="1600" dirty="0"/>
              <a:t>，全年有效获得辅助服务调用天数180 天；日均可用辅助服务平均可调功率0.8MW；日均有效调节时长2.0h；折算综合等效补偿单价：0.208 元 /kWh 取值。收益情况如下：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年有效调节电量</a:t>
            </a:r>
            <a:r>
              <a:rPr lang="en-US" altLang="zh-CN" sz="1600" dirty="0"/>
              <a:t>= </a:t>
            </a:r>
            <a:r>
              <a:rPr lang="en-US" altLang="zh-CN" sz="1600" b="1" dirty="0"/>
              <a:t>0.8MW × 2h × 180 </a:t>
            </a:r>
            <a:r>
              <a:rPr lang="zh-CN" altLang="en-US" sz="1600" b="1" dirty="0"/>
              <a:t>天</a:t>
            </a:r>
            <a:r>
              <a:rPr lang="en-US" altLang="zh-CN" sz="1600" b="1" dirty="0"/>
              <a:t> = 28.8 </a:t>
            </a:r>
            <a:r>
              <a:rPr lang="zh-CN" altLang="en-US" sz="1600" b="1" dirty="0"/>
              <a:t>万 </a:t>
            </a:r>
            <a:r>
              <a:rPr lang="en-US" altLang="zh-CN" sz="1600" b="1" dirty="0"/>
              <a:t>kWh</a:t>
            </a:r>
            <a:r>
              <a:rPr lang="zh-CN" altLang="en-US" sz="1600" dirty="0"/>
              <a:t>。年度辅助服务毛利</a:t>
            </a:r>
            <a:r>
              <a:rPr lang="en-US" altLang="zh-CN" sz="1600" dirty="0"/>
              <a:t>=</a:t>
            </a:r>
            <a:r>
              <a:rPr lang="en-US" altLang="zh-CN" sz="1600" b="1" dirty="0"/>
              <a:t>28.8</a:t>
            </a:r>
            <a:r>
              <a:rPr lang="zh-CN" altLang="en-US" sz="1600" b="1" dirty="0"/>
              <a:t>万</a:t>
            </a:r>
            <a:r>
              <a:rPr lang="en-US" altLang="zh-CN" sz="1600" b="1" dirty="0"/>
              <a:t>kWh × 0.208 </a:t>
            </a:r>
            <a:r>
              <a:rPr lang="zh-CN" altLang="en-US" sz="1600" b="1" dirty="0"/>
              <a:t>元 </a:t>
            </a:r>
            <a:r>
              <a:rPr lang="en-US" altLang="zh-CN" sz="1600" b="1" dirty="0"/>
              <a:t>/kWh ≈ 60000</a:t>
            </a:r>
            <a:r>
              <a:rPr lang="zh-CN" altLang="en-US" sz="1600" b="1" dirty="0"/>
              <a:t>元</a:t>
            </a:r>
            <a:r>
              <a:rPr lang="zh-CN" altLang="en-US" sz="1600" dirty="0"/>
              <a:t>。</a:t>
            </a:r>
            <a:endParaRPr lang="zh-CN" altLang="zh-CN" sz="1600" dirty="0"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8816" y="4268319"/>
            <a:ext cx="10945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综合年度收益增收合计：</a:t>
            </a:r>
            <a:r>
              <a:rPr lang="en-US" altLang="zh-CN" b="1" dirty="0"/>
              <a:t>6.9+10.8+6=23.7</a:t>
            </a:r>
            <a:r>
              <a:rPr lang="zh-CN" altLang="en-US" b="1" dirty="0"/>
              <a:t>万元。</a:t>
            </a:r>
            <a:endParaRPr lang="zh-CN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7393" y="4730357"/>
            <a:ext cx="11672047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合作模式：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</a:t>
            </a:r>
            <a:r>
              <a:rPr lang="zh-CN" altLang="en-US" dirty="0"/>
              <a:t>模式一：</a:t>
            </a:r>
            <a:r>
              <a:rPr lang="zh-CN" altLang="en-US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将资源聚合到我司平台，在一致协约的基础上共享收益，</a:t>
            </a:r>
            <a:r>
              <a:rPr lang="zh-CN" altLang="en-US" dirty="0"/>
              <a:t>收益分成比例：根据具体投资方式，比例待定。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</a:t>
            </a:r>
            <a:r>
              <a:rPr lang="zh-CN" altLang="en-US" dirty="0"/>
              <a:t>模式二：</a:t>
            </a:r>
            <a:r>
              <a:rPr lang="zh-CN" altLang="en-US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向合作方提供虚拟电厂平台产品，合作方自行运营，金风提供技术服务，</a:t>
            </a:r>
            <a:r>
              <a:rPr lang="zh-CN" altLang="en-US" dirty="0"/>
              <a:t>服务费用待定。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7392" y="6486335"/>
            <a:ext cx="11838117" cy="389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注：本项目基于不改变原有各项目正常运营及收益基础上，对额外增加收益部分进行合作。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65&quot;:[20205081],&quot;70&quot;:[3312168,3333583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]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6"/>
  <p:tag name="KSO_WM_UNIT_ID" val="diagram20235187_1*l_i*1_6"/>
  <p:tag name="KSO_WM_TEMPLATE_CATEGORY" val="diagram"/>
  <p:tag name="KSO_WM_TEMPLATE_INDEX" val="20235187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LINE_FORE_SCHEMECOLOR_INDEX" val="15"/>
  <p:tag name="KSO_WM_DIAGRAM_MAX_ITEMCNT" val="6"/>
  <p:tag name="KSO_WM_DIAGRAM_MIN_ITEMCNT" val="2"/>
  <p:tag name="KSO_WM_DIAGRAM_VIRTUALLY_FRAME" val="{&quot;height&quot;:376.60487060546876,&quot;left&quot;:39.99676513671875,&quot;top&quot;:155.44756469726562,&quot;width&quot;:850.9064697265627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]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]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]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i*1_1"/>
  <p:tag name="KSO_WM_TEMPLATE_CATEGORY" val="diagram"/>
  <p:tag name="KSO_WM_TEMPLATE_INDEX" val="20236928"/>
  <p:tag name="KSO_WM_UNIT_LAYERLEVEL" val="1_1"/>
  <p:tag name="KSO_WM_TAG_VERSION" val="3.0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i*1_1"/>
  <p:tag name="KSO_WM_TEMPLATE_CATEGORY" val="diagram"/>
  <p:tag name="KSO_WM_TEMPLATE_INDEX" val="20236928"/>
  <p:tag name="KSO_WM_UNIT_LAYERLEVEL" val="1_1"/>
  <p:tag name="KSO_WM_TAG_VERSION" val="3.0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1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7856750488281,&quot;left&quot;:33.036566162109374,&quot;top&quot;:116.45716247558593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3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]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]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328&quot;,&quot;origin&quot;:0,&quot;type&quot;:&quot;icons&quot;,&quot;user&quot;:&quot;607450561&quot;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328&quot;,&quot;origin&quot;:0,&quot;type&quot;:&quot;icons&quot;,&quot;user&quot;:&quot;607450561&quot;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,3312417]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45_2*n_h_h_f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45_2*n_h_h_a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2*n_h_h_f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 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45_2*n_h_h_a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45_2*n_h_h_f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45_2*n_h_h_a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TYPE" val="1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64"/>
  <p:tag name="KSO_WM_UNIT_LINE_FORE_SCHEMECOLOR_INDEX_2_TRANS" val="0"/>
  <p:tag name="KSO_WM_UNIT_LINE_FORE_SCHEMECOLOR_INDEX_3_BRIGHTNESS" val="0.8"/>
  <p:tag name="KSO_WM_UNIT_LINE_FORE_SCHEMECOLOR_INDEX_3" val="15"/>
  <p:tag name="KSO_WM_UNIT_LINE_FORE_SCHEMECOLOR_INDEX_3_POS" val="0.9"/>
  <p:tag name="KSO_WM_UNIT_LINE_FORE_SCHEMECOLOR_INDEX_3_TRANS" val="0.53"/>
  <p:tag name="KSO_WM_UNIT_LINE_FORE_SCHEMECOLOR_INDEX_4_BRIGHTNESS" val="0.8"/>
  <p:tag name="KSO_WM_UNIT_LINE_FORE_SCHEMECOLOR_INDEX_4" val="15"/>
  <p:tag name="KSO_WM_UNIT_LINE_FORE_SCHEMECOLOR_INDEX_4_POS" val="0.95"/>
  <p:tag name="KSO_WM_UNIT_LINE_FORE_SCHEMECOLOR_INDEX_4_TRANS" val="0"/>
  <p:tag name="KSO_WM_UNIT_LINE_FORE_SCHEMECOLOR_INDEX_5_BRIGHTNESS" val="0.8"/>
  <p:tag name="KSO_WM_UNIT_LINE_FORE_SCHEMECOLOR_INDEX_5" val="15"/>
  <p:tag name="KSO_WM_UNIT_LINE_FORE_SCHEMECOLOR_INDEX_5_POS" val="1"/>
  <p:tag name="KSO_WM_UNIT_LINE_FORE_SCHEMECOLOR_INDEX_5_TRANS" val="0.9"/>
  <p:tag name="KSO_WM_UNIT_LINE_GRADIENT_TYPE" val="0"/>
  <p:tag name="KSO_WM_UNIT_LINE_GRADIENT_ANGLE" val="0"/>
  <p:tag name="KSO_WM_UNIT_LINE_GRADIENT_DIRECTION" val="3"/>
  <p:tag name="KSO_WM_UNIT_LINE_FILL_TYPE" val="5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i*1_2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2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gradient&quot;:[{&quot;brightness&quot;:0.5,&quot;colorType&quot;:1,&quot;foreColorIndex&quot;:13,&quot;pos&quot;:1,&quot;transparency&quot;:0.699999988079071},{&quot;brightness&quot;:0.800000011920929,&quot;colorType&quot;:2,&quot;pos&quot;:0.15000000596046448,&quot;rgb&quot;:&quot;#ffffff&quot;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2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6,&quot;pos&quot;:0,&quot;transparency&quot;:0},{&quot;brightness&quot;:0,&quot;colorType&quot;:2,&quot;pos&quot;:1,&quot;rgb&quot;:&quot;#ffffff&quot;,&quot;transparency&quot;:0},{&quot;brightness&quot;:0.800000011920929,&quot;colorType&quot;:1,&quot;foreColorIndex&quot;:6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1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3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10,&quot;pos&quot;:0,&quot;transparency&quot;:0},{&quot;brightness&quot;:0,&quot;colorType&quot;:2,&quot;pos&quot;:1,&quot;rgb&quot;:&quot;#ffffff&quot;,&quot;transparency&quot;:0},{&quot;brightness&quot;:0.800000011920929,&quot;colorType&quot;:1,&quot;foreColorIndex&quot;:7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a*1_1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单击添加&#10;项标题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,3312417]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,3312417]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45_2*n_h_h_f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45_2*n_h_h_a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2*n_h_h_f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 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45_2*n_h_h_a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45_2*n_h_h_f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45_2*n_h_h_a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TYPE" val="1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64"/>
  <p:tag name="KSO_WM_UNIT_LINE_FORE_SCHEMECOLOR_INDEX_2_TRANS" val="0"/>
  <p:tag name="KSO_WM_UNIT_LINE_FORE_SCHEMECOLOR_INDEX_3_BRIGHTNESS" val="0.8"/>
  <p:tag name="KSO_WM_UNIT_LINE_FORE_SCHEMECOLOR_INDEX_3" val="15"/>
  <p:tag name="KSO_WM_UNIT_LINE_FORE_SCHEMECOLOR_INDEX_3_POS" val="0.9"/>
  <p:tag name="KSO_WM_UNIT_LINE_FORE_SCHEMECOLOR_INDEX_3_TRANS" val="0.53"/>
  <p:tag name="KSO_WM_UNIT_LINE_FORE_SCHEMECOLOR_INDEX_4_BRIGHTNESS" val="0.8"/>
  <p:tag name="KSO_WM_UNIT_LINE_FORE_SCHEMECOLOR_INDEX_4" val="15"/>
  <p:tag name="KSO_WM_UNIT_LINE_FORE_SCHEMECOLOR_INDEX_4_POS" val="0.95"/>
  <p:tag name="KSO_WM_UNIT_LINE_FORE_SCHEMECOLOR_INDEX_4_TRANS" val="0"/>
  <p:tag name="KSO_WM_UNIT_LINE_FORE_SCHEMECOLOR_INDEX_5_BRIGHTNESS" val="0.8"/>
  <p:tag name="KSO_WM_UNIT_LINE_FORE_SCHEMECOLOR_INDEX_5" val="15"/>
  <p:tag name="KSO_WM_UNIT_LINE_FORE_SCHEMECOLOR_INDEX_5_POS" val="1"/>
  <p:tag name="KSO_WM_UNIT_LINE_FORE_SCHEMECOLOR_INDEX_5_TRANS" val="0.9"/>
  <p:tag name="KSO_WM_UNIT_LINE_GRADIENT_TYPE" val="0"/>
  <p:tag name="KSO_WM_UNIT_LINE_GRADIENT_ANGLE" val="0"/>
  <p:tag name="KSO_WM_UNIT_LINE_GRADIENT_DIRECTION" val="3"/>
  <p:tag name="KSO_WM_UNIT_LINE_FILL_TYPE" val="5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i*1_2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2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type&quot;:0},&quot;glow&quot;:{&quot;colorType&quot;:0},&quot;line&quot;:{&quot;gradient&quot;:[{&quot;brightness&quot;:0.5,&quot;colorType&quot;:1,&quot;foreColorIndex&quot;:13,&quot;pos&quot;:1,&quot;transparency&quot;:0.699999988079071},{&quot;brightness&quot;:0.800000011920929,&quot;colorType&quot;:2,&quot;pos&quot;:0.15000000596046448,&quot;rgb&quot;:&quot;#ffffff&quot;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2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6,&quot;pos&quot;:0,&quot;transparency&quot;:0},{&quot;brightness&quot;:0,&quot;colorType&quot;:2,&quot;pos&quot;:1,&quot;rgb&quot;:&quot;#ffffff&quot;,&quot;transparency&quot;:0},{&quot;brightness&quot;:0.800000011920929,&quot;colorType&quot;:1,&quot;foreColorIndex&quot;:6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1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3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10,&quot;pos&quot;:0,&quot;transparency&quot;:0},{&quot;brightness&quot;:0,&quot;colorType&quot;:2,&quot;pos&quot;:1,&quot;rgb&quot;:&quot;#ffffff&quot;,&quot;transparency&quot;:0},{&quot;brightness&quot;:0.800000011920929,&quot;colorType&quot;:1,&quot;foreColorIndex&quot;:7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a*1_1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4"/>
  <p:tag name="KSO_WM_DIAGRAM_MIN_ITEMCNT" val="2"/>
  <p:tag name="KSO_WM_DIAGRAM_VIRTUALLY_FRAME" val="{&quot;height&quot;:388.3464660644531,&quot;left&quot;:76.25,&quot;top&quot;:134.47676696777344,&quot;width&quot;:807.50007874015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单击添加&#10;项标题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,3312417]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,3312417]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,3312417]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,3312417]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,3312417]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40776,20289418],&quot;65&quot;:[20205081],&quot;70&quot;:[3333644,3314340]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4_3*n_h_h_i*1_2_1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4_3*n_h_h_i*1_2_1_2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4_3*n_h_h_i*1_2_3_2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UNIT_TYPE" val="n_h_h_i"/>
  <p:tag name="KSO_WM_UNIT_INDEX" val="1_2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4_3*n_h_h_i*1_2_3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UNIT_TYPE" val="n_h_h_i"/>
  <p:tag name="KSO_WM_UNIT_INDEX" val="1_2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4_3*n_h_h_i*1_2_2_2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UNIT_TYPE" val="n_h_h_i"/>
  <p:tag name="KSO_WM_UNIT_INDEX" val="1_2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4_3*n_h_h_i*1_2_2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UNIT_TYPE" val="n_h_h_i"/>
  <p:tag name="KSO_WM_UNIT_INDEX" val="1_2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4_3*n_h_h_i*1_2_4_2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UNIT_TYPE" val="n_h_h_i"/>
  <p:tag name="KSO_WM_UNIT_INDEX" val="1_2_4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4_3*n_h_h_i*1_2_4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UNIT_TYPE" val="n_h_h_i"/>
  <p:tag name="KSO_WM_UNIT_INDEX" val="1_2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1084_3*n_h_h_a*1_2_2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1084_3*n_h_h_f*1_2_2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1084_3*n_h_h_a*1_2_4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1084_3*n_h_h_f*1_2_4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52*44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1_1"/>
  <p:tag name="KSO_WM_UNIT_ID" val="diagram20231084_3*n_h_h_x*1_2_1_1"/>
  <p:tag name="KSO_WM_TEMPLATE_CATEGORY" val="diagram"/>
  <p:tag name="KSO_WM_TEMPLATE_INDEX" val="20231084"/>
  <p:tag name="KSO_WM_UNIT_LAYERLEVEL" val="1_1_1_1"/>
  <p:tag name="KSO_WM_TAG_VERSION" val="3.0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1084_3*n_h_h_a*1_2_3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1084_3*n_h_h_f*1_2_3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1084_3*n_h_h_a*1_2_1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1084_3*n_h_h_f*1_2_1_1"/>
  <p:tag name="KSO_WM_TEMPLATE_CATEGORY" val="diagram"/>
  <p:tag name="KSO_WM_TEMPLATE_INDEX" val="20231084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48*43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2_1"/>
  <p:tag name="KSO_WM_UNIT_ID" val="diagram20231084_3*n_h_h_x*1_2_2_1"/>
  <p:tag name="KSO_WM_TEMPLATE_CATEGORY" val="diagram"/>
  <p:tag name="KSO_WM_TEMPLATE_INDEX" val="20231084"/>
  <p:tag name="KSO_WM_UNIT_LAYERLEVEL" val="1_1_1_1"/>
  <p:tag name="KSO_WM_TAG_VERSION" val="3.0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48*48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3_1"/>
  <p:tag name="KSO_WM_UNIT_ID" val="diagram20231084_3*n_h_h_x*1_2_3_1"/>
  <p:tag name="KSO_WM_TEMPLATE_CATEGORY" val="diagram"/>
  <p:tag name="KSO_WM_TEMPLATE_INDEX" val="20231084"/>
  <p:tag name="KSO_WM_UNIT_LAYERLEVEL" val="1_1_1_1"/>
  <p:tag name="KSO_WM_TAG_VERSION" val="3.0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48*43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4_1"/>
  <p:tag name="KSO_WM_UNIT_ID" val="diagram20231084_3*n_h_h_x*1_2_4_1"/>
  <p:tag name="KSO_WM_TEMPLATE_CATEGORY" val="diagram"/>
  <p:tag name="KSO_WM_TEMPLATE_INDEX" val="20231084"/>
  <p:tag name="KSO_WM_UNIT_LAYERLEVEL" val="1_1_1_1"/>
  <p:tag name="KSO_WM_TAG_VERSION" val="3.0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1084_3*n_h_i*1_1_1"/>
  <p:tag name="KSO_WM_TEMPLATE_CATEGORY" val="diagram"/>
  <p:tag name="KSO_WM_TEMPLATE_INDEX" val="202310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gradient&quot;:[{&quot;brightness&quot;:0,&quot;colorType&quot;:1,&quot;foreColorIndex&quot;:5,&quot;pos&quot;:0,&quot;transparency&quot;:0.8299999833106995},{&quot;brightness&quot;:0,&quot;colorType&quot;:1,&quot;foreColorIndex&quot;:5,&quot;pos&quot;:1,&quot;transparency&quot;:0.7699999809265137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1084_3*n_h_i*1_1_2"/>
  <p:tag name="KSO_WM_TEMPLATE_CATEGORY" val="diagram"/>
  <p:tag name="KSO_WM_TEMPLATE_INDEX" val="202310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75},{&quot;brightness&quot;:0,&quot;colorType&quot;:1,&quot;foreColorIndex&quot;:5,&quot;pos&quot;:0,&quot;transparency&quot;:0.720000028610229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3"/>
  <p:tag name="KSO_WM_UNIT_ID" val="diagram20231084_3*n_h_i*1_1_3"/>
  <p:tag name="KSO_WM_TEMPLATE_CATEGORY" val="diagram"/>
  <p:tag name="KSO_WM_TEMPLATE_INDEX" val="202310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46000000834465027},{&quot;brightness&quot;:0,&quot;colorType&quot;:1,&quot;foreColorIndex&quot;:5,&quot;pos&quot;:0,&quot;transparency&quot;:0.4499999880790710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1084_3*n_h_a*1_1_1"/>
  <p:tag name="KSO_WM_TEMPLATE_CATEGORY" val="diagram"/>
  <p:tag name="KSO_WM_TEMPLATE_INDEX" val="202310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10.1000061035156,&quot;left&quot;:32.92501220703125,&quot;top&quot;:85.54999694824218,&quot;width&quot;:886.7823742127872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此处加标题内容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2777</Words>
  <Application>Microsoft Office PowerPoint</Application>
  <PresentationFormat>宽屏</PresentationFormat>
  <Paragraphs>373</Paragraphs>
  <Slides>19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PingFang SC</vt:lpstr>
      <vt:lpstr>宋体</vt:lpstr>
      <vt:lpstr>微软雅黑</vt:lpstr>
      <vt:lpstr>Arial</vt:lpstr>
      <vt:lpstr>Calibri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dxl861688</cp:lastModifiedBy>
  <cp:revision>295</cp:revision>
  <dcterms:created xsi:type="dcterms:W3CDTF">2019-06-19T02:08:00Z</dcterms:created>
  <dcterms:modified xsi:type="dcterms:W3CDTF">2026-07-27T03:46:25Z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C579C2D41D814F279C7A622A89D32BD8_11</vt:lpwstr>
  </property>
</Properties>
</file>